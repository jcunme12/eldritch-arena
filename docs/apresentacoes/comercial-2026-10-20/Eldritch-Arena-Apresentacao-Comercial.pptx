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f584a8438443f6" /><Relationship Type="http://schemas.openxmlformats.org/officeDocument/2006/relationships/extended-properties" Target="/docProps/app.xml" Id="R70a468c2dcb54c03" /><Relationship Type="http://schemas.openxmlformats.org/officeDocument/2006/relationships/officeDocument" Target="/ppt/presentation.xml" Id="R5f814de5029744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662c99c9d84d20"/>
  </p:sldMasterIdLst>
  <p:notesMasterIdLst>
    <p:notesMasterId xmlns:r="http://schemas.openxmlformats.org/officeDocument/2006/relationships" r:id="R871300c7f87b476f"/>
  </p:notesMasterIdLst>
  <p:sldIdLst>
    <p:sldId xmlns:r="http://schemas.openxmlformats.org/officeDocument/2006/relationships" id="256" r:id="Rc157af73745d4dcc"/>
    <p:sldId xmlns:r="http://schemas.openxmlformats.org/officeDocument/2006/relationships" id="257" r:id="R5e82dc4f8ff74400"/>
    <p:sldId xmlns:r="http://schemas.openxmlformats.org/officeDocument/2006/relationships" id="258" r:id="Rc54d9199ae164076"/>
    <p:sldId xmlns:r="http://schemas.openxmlformats.org/officeDocument/2006/relationships" id="259" r:id="R982bb85f54a54715"/>
    <p:sldId xmlns:r="http://schemas.openxmlformats.org/officeDocument/2006/relationships" id="260" r:id="R826358ac8dd441d0"/>
    <p:sldId xmlns:r="http://schemas.openxmlformats.org/officeDocument/2006/relationships" id="261" r:id="Rd6fd8e839cdf4108"/>
    <p:sldId xmlns:r="http://schemas.openxmlformats.org/officeDocument/2006/relationships" id="262" r:id="Rfa4bd2bd58a948fa"/>
    <p:sldId xmlns:r="http://schemas.openxmlformats.org/officeDocument/2006/relationships" id="263" r:id="Re37d8507961a4a7b"/>
    <p:sldId xmlns:r="http://schemas.openxmlformats.org/officeDocument/2006/relationships" id="264" r:id="R2131dc32f7a946fc"/>
    <p:sldId xmlns:r="http://schemas.openxmlformats.org/officeDocument/2006/relationships" id="265" r:id="R7e528914e1b84bdf"/>
    <p:sldId xmlns:r="http://schemas.openxmlformats.org/officeDocument/2006/relationships" id="266" r:id="R737d9958ec734b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7b7d4db8584119" /><Relationship Type="http://schemas.openxmlformats.org/officeDocument/2006/relationships/slideMaster" Target="/ppt/slideMasters/slideMaster1.xml" Id="R97662c99c9d84d20" /><Relationship Type="http://schemas.openxmlformats.org/officeDocument/2006/relationships/notesMaster" Target="/ppt/notesMasters/notesMaster1.xml" Id="R871300c7f87b476f" /><Relationship Type="http://schemas.openxmlformats.org/officeDocument/2006/relationships/presProps" Target="/ppt/presProps.xml" Id="R818b06660e464c3a" /><Relationship Type="http://schemas.openxmlformats.org/officeDocument/2006/relationships/tableStyles" Target="/ppt/tableStyles.xml" Id="R95bbb743b80248e3" /><Relationship Type="http://schemas.openxmlformats.org/officeDocument/2006/relationships/slide" Target="/ppt/slides/slide1.xml" Id="Rc157af73745d4dcc" /><Relationship Type="http://schemas.openxmlformats.org/officeDocument/2006/relationships/slide" Target="/ppt/slides/slide2.xml" Id="R5e82dc4f8ff74400" /><Relationship Type="http://schemas.openxmlformats.org/officeDocument/2006/relationships/slide" Target="/ppt/slides/slide3.xml" Id="Rc54d9199ae164076" /><Relationship Type="http://schemas.openxmlformats.org/officeDocument/2006/relationships/slide" Target="/ppt/slides/slide4.xml" Id="R982bb85f54a54715" /><Relationship Type="http://schemas.openxmlformats.org/officeDocument/2006/relationships/slide" Target="/ppt/slides/slide5.xml" Id="R826358ac8dd441d0" /><Relationship Type="http://schemas.openxmlformats.org/officeDocument/2006/relationships/slide" Target="/ppt/slides/slide6.xml" Id="Rd6fd8e839cdf4108" /><Relationship Type="http://schemas.openxmlformats.org/officeDocument/2006/relationships/slide" Target="/ppt/slides/slide7.xml" Id="Rfa4bd2bd58a948fa" /><Relationship Type="http://schemas.openxmlformats.org/officeDocument/2006/relationships/slide" Target="/ppt/slides/slide8.xml" Id="Re37d8507961a4a7b" /><Relationship Type="http://schemas.openxmlformats.org/officeDocument/2006/relationships/slide" Target="/ppt/slides/slide9.xml" Id="R2131dc32f7a946fc" /><Relationship Type="http://schemas.openxmlformats.org/officeDocument/2006/relationships/slide" Target="/ppt/slides/slide10.xml" Id="R7e528914e1b84bdf" /><Relationship Type="http://schemas.openxmlformats.org/officeDocument/2006/relationships/slide" Target="/ppt/slides/slide11.xml" Id="R737d9958ec734b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6ebccff64445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79e66828cd4015" /><Relationship Type="http://schemas.openxmlformats.org/officeDocument/2006/relationships/notesMaster" Target="/ppt/notesMasters/notesMaster1.xml" Id="R6583a426e64949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a97bf2725949de" /><Relationship Type="http://schemas.openxmlformats.org/officeDocument/2006/relationships/notesMaster" Target="/ppt/notesMasters/notesMaster1.xml" Id="R9222f99c294e42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a7d2a8a60140c7" /><Relationship Type="http://schemas.openxmlformats.org/officeDocument/2006/relationships/notesMaster" Target="/ppt/notesMasters/notesMaster1.xml" Id="R11e25d69279446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59245cc8e7486f" /><Relationship Type="http://schemas.openxmlformats.org/officeDocument/2006/relationships/notesMaster" Target="/ppt/notesMasters/notesMaster1.xml" Id="R26d3732c1d7947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75da86dc88401c" /><Relationship Type="http://schemas.openxmlformats.org/officeDocument/2006/relationships/notesMaster" Target="/ppt/notesMasters/notesMaster1.xml" Id="Ra17abbf310334c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31056741c24367" /><Relationship Type="http://schemas.openxmlformats.org/officeDocument/2006/relationships/notesMaster" Target="/ppt/notesMasters/notesMaster1.xml" Id="R7f04b433663248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bdef5fc93144ac" /><Relationship Type="http://schemas.openxmlformats.org/officeDocument/2006/relationships/notesMaster" Target="/ppt/notesMasters/notesMaster1.xml" Id="Rc1d4f5355ba94b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789984d5834cd0" /><Relationship Type="http://schemas.openxmlformats.org/officeDocument/2006/relationships/notesMaster" Target="/ppt/notesMasters/notesMaster1.xml" Id="R50d64806fbd94f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c074c19e674256" /><Relationship Type="http://schemas.openxmlformats.org/officeDocument/2006/relationships/notesMaster" Target="/ppt/notesMasters/notesMaster1.xml" Id="Rd8df44006c4a4a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6468fa082244c1" /><Relationship Type="http://schemas.openxmlformats.org/officeDocument/2006/relationships/notesMaster" Target="/ppt/notesMasters/notesMaster1.xml" Id="Rd5acf3dbaa104f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3b618d367f4923" /><Relationship Type="http://schemas.openxmlformats.org/officeDocument/2006/relationships/notesMaster" Target="/ppt/notesMasters/notesMaster1.xml" Id="Re79cf8049248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comercial por João Carlos Campos. Produto em evolução. As capturas mostram a versão demonstrada em setembro de 2026. Não alegar clientes, faturamento ou resultados comerciais medidos.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Contexto de uso proposto, sem pesquisa de mercado ou números inventados. Relacionar cada necessidade às funcionalidades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README.md e LOJA_E_ADMIN.md, branch feature/arena-professional. Proposta de valor não equivale a resultado financeiro comprovado.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resources/js/life-counter.js e FORMATOS_MAGIC.md. Captura do contador com dados de demonstração. Vida e histórico ficam no navegador, sem sincronização entre aparelhos.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ESQUEMAS_ARCHENEMY.md e resources/js/scheme-deck.js. As imagens das cartas pertencem aos respectivos titulares. O sistema não aplica automaticamente efeitos das cartas.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LOJA_E_ADMIN.md e InventoryService.php. Captura de loja de demonstração, sem resultados comerciais reais.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InventoryService.php, CardListing.php e StoreController.php. A integração não inclui reserva nem pagamento.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README.md, TournamentController.php e CommunityController.php. Não há pareamento suíço ou ranking implementado.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Lista de evolução proposta a partir das limitações documentadas. Não há evidência de implementação em andamento para todos esses itens. Não prometer datas, preço ou entrega contratual.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Convite a avaliar o produto, não oferta de contrato com preço ou SLA. Sem preços definidos nesta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URL verificada em 20/10/2026: resposta HTTP 200. Endereço baseado no IP da VPS, sujeito a alteração se o IP mudar. Cadastro/login necessário para áreas privadas. Mesa e esquemas possuem acesso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a3d18d3a240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740f06d554d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b05602d1f42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1341e19a64f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cf251118d42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5610cf32f44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017588-C696-4592-81A4-78363A2E74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81972F-0576-4D13-B2CA-D5ADED692A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4E6D11-C950-44AC-95F0-0F90B27916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7FA641-3C73-4D0D-99B5-A2905D62E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17789F-2158-4F0E-9123-DD65AE141E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858C5B-58A6-4CAC-8DD7-14C9BE2681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08B74F-888A-42FF-8EB1-FBCA381143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22CE5D6-1FE2-4FD6-9AC6-34C1E5BF9E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41DFFB-F776-4CE6-81AE-F99CE50C9B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546C8F-70B1-49C9-AC72-5F54F76AA0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7c29dac3d849a9" /><Relationship Type="http://schemas.openxmlformats.org/officeDocument/2006/relationships/slideLayout" Target="/ppt/slideLayouts/slideLayout1.xml" Id="Rc22dd4a0430f4741" /><Relationship Type="http://schemas.openxmlformats.org/officeDocument/2006/relationships/slideLayout" Target="/ppt/slideLayouts/slideLayout2.xml" Id="R29b39b4e368247a3" /><Relationship Type="http://schemas.openxmlformats.org/officeDocument/2006/relationships/slideLayout" Target="/ppt/slideLayouts/slideLayout3.xml" Id="R19a2f45bc5564b34" /><Relationship Type="http://schemas.openxmlformats.org/officeDocument/2006/relationships/slideLayout" Target="/ppt/slideLayouts/slideLayout4.xml" Id="R541c8ef9d3d2449a" /><Relationship Type="http://schemas.openxmlformats.org/officeDocument/2006/relationships/slideLayout" Target="/ppt/slideLayouts/slideLayout5.xml" Id="Ra5d95575e17f40e2" /><Relationship Type="http://schemas.openxmlformats.org/officeDocument/2006/relationships/slideLayout" Target="/ppt/slideLayouts/slideLayout6.xml" Id="R66f7c7af5a8840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2dd4a0430f4741"/>
    <p:sldLayoutId xmlns:r="http://schemas.openxmlformats.org/officeDocument/2006/relationships" id="2147483650" r:id="R29b39b4e368247a3"/>
    <p:sldLayoutId xmlns:r="http://schemas.openxmlformats.org/officeDocument/2006/relationships" id="2147483651" r:id="R19a2f45bc5564b34"/>
    <p:sldLayoutId xmlns:r="http://schemas.openxmlformats.org/officeDocument/2006/relationships" id="2147483652" r:id="R541c8ef9d3d2449a"/>
    <p:sldLayoutId xmlns:r="http://schemas.openxmlformats.org/officeDocument/2006/relationships" id="2147483653" r:id="Ra5d95575e17f40e2"/>
    <p:sldLayoutId xmlns:r="http://schemas.openxmlformats.org/officeDocument/2006/relationships" id="2147483654" r:id="R66f7c7af5a8840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346452bc746f7" /><Relationship Type="http://schemas.openxmlformats.org/officeDocument/2006/relationships/image" Target="/ppt/media/image.jpeg" Id="Re40e3459b93c41be" /><Relationship Type="http://schemas.openxmlformats.org/officeDocument/2006/relationships/notesSlide" Target="/ppt/notesSlides/notesSlide1.xml" Id="R93c45eb46f294b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30cb9a3544bb5" /><Relationship Type="http://schemas.openxmlformats.org/officeDocument/2006/relationships/notesSlide" Target="/ppt/notesSlides/notesSlide2.xml" Id="Re09adf75cbf54c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41dcdf918455c" /><Relationship Type="http://schemas.openxmlformats.org/officeDocument/2006/relationships/notesSlide" Target="/ppt/notesSlides/notesSlide3.xml" Id="Rb601f05d040640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ed811785274a8b" /><Relationship Type="http://schemas.openxmlformats.org/officeDocument/2006/relationships/image" Target="/ppt/media/image2.jpeg" Id="Ra8593bbfc1084002" /><Relationship Type="http://schemas.openxmlformats.org/officeDocument/2006/relationships/notesSlide" Target="/ppt/notesSlides/notesSlide4.xml" Id="R64df5941446b46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e225e38584194" /><Relationship Type="http://schemas.openxmlformats.org/officeDocument/2006/relationships/image" Target="/ppt/media/image3.jpeg" Id="R29006a5322dc475d" /><Relationship Type="http://schemas.openxmlformats.org/officeDocument/2006/relationships/notesSlide" Target="/ppt/notesSlides/notesSlide5.xml" Id="R07eb068bacfe41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7396a24e6457f" /><Relationship Type="http://schemas.openxmlformats.org/officeDocument/2006/relationships/image" Target="/ppt/media/image4.jpeg" Id="R930ce0afa6b84201" /><Relationship Type="http://schemas.openxmlformats.org/officeDocument/2006/relationships/notesSlide" Target="/ppt/notesSlides/notesSlide6.xml" Id="R0542c9a9773641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53ccf3f0a486f" /><Relationship Type="http://schemas.openxmlformats.org/officeDocument/2006/relationships/notesSlide" Target="/ppt/notesSlides/notesSlide7.xml" Id="R52ad4db3ec6c4f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ebf54c438492b" /><Relationship Type="http://schemas.openxmlformats.org/officeDocument/2006/relationships/notesSlide" Target="/ppt/notesSlides/notesSlide8.xml" Id="R250c827ec15047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b1e712c399434b" /><Relationship Type="http://schemas.openxmlformats.org/officeDocument/2006/relationships/notesSlide" Target="/ppt/notesSlides/notesSlide9.xml" Id="R0b905cd6a34d45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aaa6467084a0d" /><Relationship Type="http://schemas.openxmlformats.org/officeDocument/2006/relationships/notesSlide" Target="/ppt/notesSlides/notesSlide10.xml" Id="R2efcc3bda09944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2f0c3d83f6443f" /><Relationship Type="http://schemas.openxmlformats.org/officeDocument/2006/relationships/notesSlide" Target="/ppt/notesSlides/notesSlide11.xml" Id="Rc3435a16c61748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E6B46-B327-4A34-8B68-B304860E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D9BF79"/>
                </a:solidFill>
              </a:defRPr>
            </a:defPPr>
            <a:lvl1pPr>
              <a:defRPr sz="3450" b="1">
                <a:solidFill>
                  <a:srgbClr val="D9BF79"/>
                </a:solidFill>
              </a:defRPr>
            </a:lvl1pPr>
            <a:lvl2pPr>
              <a:defRPr sz="3450" b="1">
                <a:solidFill>
                  <a:srgbClr val="D9BF79"/>
                </a:solidFill>
              </a:defRPr>
            </a:lvl2pPr>
            <a:lvl3pPr>
              <a:defRPr sz="3450" b="1">
                <a:solidFill>
                  <a:srgbClr val="D9BF79"/>
                </a:solidFill>
              </a:defRPr>
            </a:lvl3pPr>
            <a:lvl4pPr>
              <a:defRPr sz="3450" b="1">
                <a:solidFill>
                  <a:srgbClr val="D9BF79"/>
                </a:solidFill>
              </a:defRPr>
            </a:lvl4pPr>
            <a:lvl5pPr>
              <a:defRPr sz="3450" b="1">
                <a:solidFill>
                  <a:srgbClr val="D9BF79"/>
                </a:solidFill>
              </a:defRPr>
            </a:lvl5pPr>
            <a:lvl6pPr>
              <a:defRPr sz="3450" b="1">
                <a:solidFill>
                  <a:srgbClr val="D9BF79"/>
                </a:solidFill>
              </a:defRPr>
            </a:lvl6pPr>
            <a:lvl7pPr>
              <a:defRPr sz="3450" b="1">
                <a:solidFill>
                  <a:srgbClr val="D9BF79"/>
                </a:solidFill>
              </a:defRPr>
            </a:lvl7pPr>
            <a:lvl8pPr>
              <a:defRPr sz="3450" b="1">
                <a:solidFill>
                  <a:srgbClr val="D9BF79"/>
                </a:solidFill>
              </a:defRPr>
            </a:lvl8pPr>
            <a:lvl9pPr>
              <a:defRPr sz="3450" b="1">
                <a:solidFill>
                  <a:srgbClr val="D9BF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D9BF79"/>
                </a:solidFill>
              </a:defRPr>
            </a:pPr>
            <a:r>
              <a:rPr sz="3450" b="1">
                <a:solidFill>
                  <a:srgbClr val="D9BF79"/>
                </a:solidFill>
              </a:rPr>
              <a:t>Eldritch Arena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D9446-0D9D-47F8-AE64-E24D0C7A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C1C9"/>
                </a:solidFill>
              </a:defRPr>
            </a:defPPr>
            <a:lvl1pPr>
              <a:defRPr sz="1950" b="0">
                <a:solidFill>
                  <a:srgbClr val="B7C1C9"/>
                </a:solidFill>
              </a:defRPr>
            </a:lvl1pPr>
            <a:lvl2pPr>
              <a:defRPr sz="1950" b="0">
                <a:solidFill>
                  <a:srgbClr val="B7C1C9"/>
                </a:solidFill>
              </a:defRPr>
            </a:lvl2pPr>
            <a:lvl3pPr>
              <a:defRPr sz="1950" b="0">
                <a:solidFill>
                  <a:srgbClr val="B7C1C9"/>
                </a:solidFill>
              </a:defRPr>
            </a:lvl3pPr>
            <a:lvl4pPr>
              <a:defRPr sz="1950" b="0">
                <a:solidFill>
                  <a:srgbClr val="B7C1C9"/>
                </a:solidFill>
              </a:defRPr>
            </a:lvl4pPr>
            <a:lvl5pPr>
              <a:defRPr sz="1950" b="0">
                <a:solidFill>
                  <a:srgbClr val="B7C1C9"/>
                </a:solidFill>
              </a:defRPr>
            </a:lvl5pPr>
            <a:lvl6pPr>
              <a:defRPr sz="1950" b="0">
                <a:solidFill>
                  <a:srgbClr val="B7C1C9"/>
                </a:solidFill>
              </a:defRPr>
            </a:lvl6pPr>
            <a:lvl7pPr>
              <a:defRPr sz="1950" b="0">
                <a:solidFill>
                  <a:srgbClr val="B7C1C9"/>
                </a:solidFill>
              </a:defRPr>
            </a:lvl7pPr>
            <a:lvl8pPr>
              <a:defRPr sz="1950" b="0">
                <a:solidFill>
                  <a:srgbClr val="B7C1C9"/>
                </a:solidFill>
              </a:defRPr>
            </a:lvl8pPr>
            <a:lvl9pPr>
              <a:defRPr sz="1950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1C9"/>
                </a:solidFill>
              </a:defRPr>
            </a:pPr>
            <a:r>
              <a:rPr sz="1950" b="0">
                <a:solidFill>
                  <a:srgbClr val="B7C1C9"/>
                </a:solidFill>
              </a:rPr>
              <a:t>Sua comunidade de card games, em um só lugar.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644DA-E28B-42A3-9C4C-E044D133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6286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4F3EF"/>
                </a:solidFill>
              </a:defRPr>
            </a:defPPr>
            <a:lvl1pPr>
              <a:defRPr sz="3750" b="1">
                <a:solidFill>
                  <a:srgbClr val="F4F3EF"/>
                </a:solidFill>
              </a:defRPr>
            </a:lvl1pPr>
            <a:lvl2pPr>
              <a:defRPr sz="3750" b="1">
                <a:solidFill>
                  <a:srgbClr val="F4F3EF"/>
                </a:solidFill>
              </a:defRPr>
            </a:lvl2pPr>
            <a:lvl3pPr>
              <a:defRPr sz="3750" b="1">
                <a:solidFill>
                  <a:srgbClr val="F4F3EF"/>
                </a:solidFill>
              </a:defRPr>
            </a:lvl3pPr>
            <a:lvl4pPr>
              <a:defRPr sz="3750" b="1">
                <a:solidFill>
                  <a:srgbClr val="F4F3EF"/>
                </a:solidFill>
              </a:defRPr>
            </a:lvl4pPr>
            <a:lvl5pPr>
              <a:defRPr sz="3750" b="1">
                <a:solidFill>
                  <a:srgbClr val="F4F3EF"/>
                </a:solidFill>
              </a:defRPr>
            </a:lvl5pPr>
            <a:lvl6pPr>
              <a:defRPr sz="3750" b="1">
                <a:solidFill>
                  <a:srgbClr val="F4F3EF"/>
                </a:solidFill>
              </a:defRPr>
            </a:lvl6pPr>
            <a:lvl7pPr>
              <a:defRPr sz="3750" b="1">
                <a:solidFill>
                  <a:srgbClr val="F4F3EF"/>
                </a:solidFill>
              </a:defRPr>
            </a:lvl7pPr>
            <a:lvl8pPr>
              <a:defRPr sz="3750" b="1">
                <a:solidFill>
                  <a:srgbClr val="F4F3EF"/>
                </a:solidFill>
              </a:defRPr>
            </a:lvl8pPr>
            <a:lvl9pPr>
              <a:defRPr sz="3750" b="1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4F3EF"/>
                </a:solidFill>
              </a:defRPr>
            </a:pPr>
            <a:r>
              <a:rPr sz="3750" b="1">
                <a:solidFill>
                  <a:srgbClr val="F4F3EF"/>
                </a:solidFill>
              </a:rPr>
              <a:t>Jogue. Organize. Conecte sua loja.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91CDD-17EB-486A-B13B-3885F1D5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7C1C9"/>
                </a:solidFill>
              </a:defRPr>
            </a:defPPr>
            <a:lvl1pPr>
              <a:defRPr sz="1875" b="0">
                <a:solidFill>
                  <a:srgbClr val="B7C1C9"/>
                </a:solidFill>
              </a:defRPr>
            </a:lvl1pPr>
            <a:lvl2pPr>
              <a:defRPr sz="1875" b="0">
                <a:solidFill>
                  <a:srgbClr val="B7C1C9"/>
                </a:solidFill>
              </a:defRPr>
            </a:lvl2pPr>
            <a:lvl3pPr>
              <a:defRPr sz="1875" b="0">
                <a:solidFill>
                  <a:srgbClr val="B7C1C9"/>
                </a:solidFill>
              </a:defRPr>
            </a:lvl3pPr>
            <a:lvl4pPr>
              <a:defRPr sz="1875" b="0">
                <a:solidFill>
                  <a:srgbClr val="B7C1C9"/>
                </a:solidFill>
              </a:defRPr>
            </a:lvl4pPr>
            <a:lvl5pPr>
              <a:defRPr sz="1875" b="0">
                <a:solidFill>
                  <a:srgbClr val="B7C1C9"/>
                </a:solidFill>
              </a:defRPr>
            </a:lvl5pPr>
            <a:lvl6pPr>
              <a:defRPr sz="1875" b="0">
                <a:solidFill>
                  <a:srgbClr val="B7C1C9"/>
                </a:solidFill>
              </a:defRPr>
            </a:lvl6pPr>
            <a:lvl7pPr>
              <a:defRPr sz="1875" b="0">
                <a:solidFill>
                  <a:srgbClr val="B7C1C9"/>
                </a:solidFill>
              </a:defRPr>
            </a:lvl7pPr>
            <a:lvl8pPr>
              <a:defRPr sz="1875" b="0">
                <a:solidFill>
                  <a:srgbClr val="B7C1C9"/>
                </a:solidFill>
              </a:defRPr>
            </a:lvl8pPr>
            <a:lvl9pPr>
              <a:defRPr sz="1875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7C1C9"/>
                </a:solidFill>
              </a:defRPr>
            </a:pPr>
            <a:r>
              <a:rPr sz="1875" b="0">
                <a:solidFill>
                  <a:srgbClr val="B7C1C9"/>
                </a:solidFill>
              </a:rPr>
              <a:t>Apresentação do produto</a:t>
            </a:r>
          </a:p>
          <a:p xmlns:a="http://schemas.openxmlformats.org/drawingml/2006/main">
            <a:pPr>
              <a:defRPr sz="1875" b="0">
                <a:solidFill>
                  <a:srgbClr val="B7C1C9"/>
                </a:solidFill>
              </a:defRPr>
            </a:pPr>
            <a:r>
              <a:rPr sz="1875" b="0">
                <a:solidFill>
                  <a:srgbClr val="B7C1C9"/>
                </a:solidFill>
              </a:rPr>
              <a:t>João Carlos Campos</a:t>
            </a:r>
          </a:p>
          <a:p xmlns:a="http://schemas.openxmlformats.org/drawingml/2006/main">
            <a:pPr>
              <a:defRPr sz="1875" b="0">
                <a:solidFill>
                  <a:srgbClr val="B7C1C9"/>
                </a:solidFill>
              </a:defRPr>
            </a:pPr>
            <a:r>
              <a:rPr sz="1875" b="0">
                <a:solidFill>
                  <a:srgbClr val="B7C1C9"/>
                </a:solidFill>
              </a:rPr>
              <a:t>Outubro de 2026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B0FCE-92B5-4475-8778-4E4448D1F5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e3459b93c41be"/>
          <a:stretch xmlns:a="http://schemas.openxmlformats.org/drawingml/2006/main"/>
        </p:blipFill>
        <p:spPr>
          <a:xfrm xmlns:a="http://schemas.openxmlformats.org/drawingml/2006/main">
            <a:off x="7620000" y="2284132"/>
            <a:ext cx="3810000" cy="35279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62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CEDFE-EBCE-4425-BD9C-45C5EAA6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D9BF79"/>
                </a:solidFill>
              </a:defRPr>
            </a:defPPr>
            <a:lvl1pPr>
              <a:defRPr sz="3450" b="1">
                <a:solidFill>
                  <a:srgbClr val="D9BF79"/>
                </a:solidFill>
              </a:defRPr>
            </a:lvl1pPr>
            <a:lvl2pPr>
              <a:defRPr sz="3450" b="1">
                <a:solidFill>
                  <a:srgbClr val="D9BF79"/>
                </a:solidFill>
              </a:defRPr>
            </a:lvl2pPr>
            <a:lvl3pPr>
              <a:defRPr sz="3450" b="1">
                <a:solidFill>
                  <a:srgbClr val="D9BF79"/>
                </a:solidFill>
              </a:defRPr>
            </a:lvl3pPr>
            <a:lvl4pPr>
              <a:defRPr sz="3450" b="1">
                <a:solidFill>
                  <a:srgbClr val="D9BF79"/>
                </a:solidFill>
              </a:defRPr>
            </a:lvl4pPr>
            <a:lvl5pPr>
              <a:defRPr sz="3450" b="1">
                <a:solidFill>
                  <a:srgbClr val="D9BF79"/>
                </a:solidFill>
              </a:defRPr>
            </a:lvl5pPr>
            <a:lvl6pPr>
              <a:defRPr sz="3450" b="1">
                <a:solidFill>
                  <a:srgbClr val="D9BF79"/>
                </a:solidFill>
              </a:defRPr>
            </a:lvl6pPr>
            <a:lvl7pPr>
              <a:defRPr sz="3450" b="1">
                <a:solidFill>
                  <a:srgbClr val="D9BF79"/>
                </a:solidFill>
              </a:defRPr>
            </a:lvl7pPr>
            <a:lvl8pPr>
              <a:defRPr sz="3450" b="1">
                <a:solidFill>
                  <a:srgbClr val="D9BF79"/>
                </a:solidFill>
              </a:defRPr>
            </a:lvl8pPr>
            <a:lvl9pPr>
              <a:defRPr sz="3450" b="1">
                <a:solidFill>
                  <a:srgbClr val="D9BF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D9BF79"/>
                </a:solidFill>
              </a:defRPr>
            </a:pPr>
            <a:r>
              <a:rPr sz="3450" b="1">
                <a:solidFill>
                  <a:srgbClr val="D9BF79"/>
                </a:solidFill>
              </a:rPr>
              <a:t>O jogo continua fora da mesa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A8C19-A316-4964-B46D-B6778B0F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C1C9"/>
                </a:solidFill>
              </a:defRPr>
            </a:defPPr>
            <a:lvl1pPr>
              <a:defRPr sz="1950" b="0">
                <a:solidFill>
                  <a:srgbClr val="B7C1C9"/>
                </a:solidFill>
              </a:defRPr>
            </a:lvl1pPr>
            <a:lvl2pPr>
              <a:defRPr sz="1950" b="0">
                <a:solidFill>
                  <a:srgbClr val="B7C1C9"/>
                </a:solidFill>
              </a:defRPr>
            </a:lvl2pPr>
            <a:lvl3pPr>
              <a:defRPr sz="1950" b="0">
                <a:solidFill>
                  <a:srgbClr val="B7C1C9"/>
                </a:solidFill>
              </a:defRPr>
            </a:lvl3pPr>
            <a:lvl4pPr>
              <a:defRPr sz="1950" b="0">
                <a:solidFill>
                  <a:srgbClr val="B7C1C9"/>
                </a:solidFill>
              </a:defRPr>
            </a:lvl4pPr>
            <a:lvl5pPr>
              <a:defRPr sz="1950" b="0">
                <a:solidFill>
                  <a:srgbClr val="B7C1C9"/>
                </a:solidFill>
              </a:defRPr>
            </a:lvl5pPr>
            <a:lvl6pPr>
              <a:defRPr sz="1950" b="0">
                <a:solidFill>
                  <a:srgbClr val="B7C1C9"/>
                </a:solidFill>
              </a:defRPr>
            </a:lvl6pPr>
            <a:lvl7pPr>
              <a:defRPr sz="1950" b="0">
                <a:solidFill>
                  <a:srgbClr val="B7C1C9"/>
                </a:solidFill>
              </a:defRPr>
            </a:lvl7pPr>
            <a:lvl8pPr>
              <a:defRPr sz="1950" b="0">
                <a:solidFill>
                  <a:srgbClr val="B7C1C9"/>
                </a:solidFill>
              </a:defRPr>
            </a:lvl8pPr>
            <a:lvl9pPr>
              <a:defRPr sz="1950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1C9"/>
                </a:solidFill>
              </a:defRPr>
            </a:pPr>
            <a:r>
              <a:rPr sz="1950" b="0">
                <a:solidFill>
                  <a:srgbClr val="B7C1C9"/>
                </a:solidFill>
              </a:rPr>
              <a:t>Uma comunidade precisa de mais do que marcar a próxima partida.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8BAC6-0334-4584-B820-C4955A17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4775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F3EF"/>
                </a:solidFill>
              </a:defRPr>
            </a:defPPr>
            <a:lvl1pPr>
              <a:defRPr sz="2400" b="0">
                <a:solidFill>
                  <a:srgbClr val="F4F3EF"/>
                </a:solidFill>
              </a:defRPr>
            </a:lvl1pPr>
            <a:lvl2pPr>
              <a:defRPr sz="2400" b="0">
                <a:solidFill>
                  <a:srgbClr val="F4F3EF"/>
                </a:solidFill>
              </a:defRPr>
            </a:lvl2pPr>
            <a:lvl3pPr>
              <a:defRPr sz="2400" b="0">
                <a:solidFill>
                  <a:srgbClr val="F4F3EF"/>
                </a:solidFill>
              </a:defRPr>
            </a:lvl3pPr>
            <a:lvl4pPr>
              <a:defRPr sz="2400" b="0">
                <a:solidFill>
                  <a:srgbClr val="F4F3EF"/>
                </a:solidFill>
              </a:defRPr>
            </a:lvl4pPr>
            <a:lvl5pPr>
              <a:defRPr sz="2400" b="0">
                <a:solidFill>
                  <a:srgbClr val="F4F3EF"/>
                </a:solidFill>
              </a:defRPr>
            </a:lvl5pPr>
            <a:lvl6pPr>
              <a:defRPr sz="2400" b="0">
                <a:solidFill>
                  <a:srgbClr val="F4F3EF"/>
                </a:solidFill>
              </a:defRPr>
            </a:lvl6pPr>
            <a:lvl7pPr>
              <a:defRPr sz="2400" b="0">
                <a:solidFill>
                  <a:srgbClr val="F4F3EF"/>
                </a:solidFill>
              </a:defRPr>
            </a:lvl7pPr>
            <a:lvl8pPr>
              <a:defRPr sz="2400" b="0">
                <a:solidFill>
                  <a:srgbClr val="F4F3EF"/>
                </a:solidFill>
              </a:defRPr>
            </a:lvl8pPr>
            <a:lvl9pPr>
              <a:defRPr sz="2400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O jogador quer encontrar eventos, cartas e parceiros.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O organizador precisa acompanhar inscrições e vagas.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O lojista precisa saber o que tem disponível e o que mudou no estoque.</a:t>
            </a:r>
          </a:p>
        </p:txBody>
      </p:sp>
    </p:spTree>
    <p:extLst>
      <p:ext uri="{BB962C8B-B14F-4D97-AF65-F5344CB8AC3E}">
        <p14:creationId xmlns:p14="http://schemas.microsoft.com/office/powerpoint/2010/main" val="18397461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94390-DE86-439A-A816-8DD763C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D9BF79"/>
                </a:solidFill>
              </a:defRPr>
            </a:defPPr>
            <a:lvl1pPr>
              <a:defRPr sz="3450" b="1">
                <a:solidFill>
                  <a:srgbClr val="D9BF79"/>
                </a:solidFill>
              </a:defRPr>
            </a:lvl1pPr>
            <a:lvl2pPr>
              <a:defRPr sz="3450" b="1">
                <a:solidFill>
                  <a:srgbClr val="D9BF79"/>
                </a:solidFill>
              </a:defRPr>
            </a:lvl2pPr>
            <a:lvl3pPr>
              <a:defRPr sz="3450" b="1">
                <a:solidFill>
                  <a:srgbClr val="D9BF79"/>
                </a:solidFill>
              </a:defRPr>
            </a:lvl3pPr>
            <a:lvl4pPr>
              <a:defRPr sz="3450" b="1">
                <a:solidFill>
                  <a:srgbClr val="D9BF79"/>
                </a:solidFill>
              </a:defRPr>
            </a:lvl4pPr>
            <a:lvl5pPr>
              <a:defRPr sz="3450" b="1">
                <a:solidFill>
                  <a:srgbClr val="D9BF79"/>
                </a:solidFill>
              </a:defRPr>
            </a:lvl5pPr>
            <a:lvl6pPr>
              <a:defRPr sz="3450" b="1">
                <a:solidFill>
                  <a:srgbClr val="D9BF79"/>
                </a:solidFill>
              </a:defRPr>
            </a:lvl6pPr>
            <a:lvl7pPr>
              <a:defRPr sz="3450" b="1">
                <a:solidFill>
                  <a:srgbClr val="D9BF79"/>
                </a:solidFill>
              </a:defRPr>
            </a:lvl7pPr>
            <a:lvl8pPr>
              <a:defRPr sz="3450" b="1">
                <a:solidFill>
                  <a:srgbClr val="D9BF79"/>
                </a:solidFill>
              </a:defRPr>
            </a:lvl8pPr>
            <a:lvl9pPr>
              <a:defRPr sz="3450" b="1">
                <a:solidFill>
                  <a:srgbClr val="D9BF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D9BF79"/>
                </a:solidFill>
              </a:defRPr>
            </a:pPr>
            <a:r>
              <a:rPr sz="3450" b="1">
                <a:solidFill>
                  <a:srgbClr val="D9BF79"/>
                </a:solidFill>
              </a:rPr>
              <a:t>Uma plataforma para essa rotina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F1C53-877C-46E3-829D-C2F6FB5B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C1C9"/>
                </a:solidFill>
              </a:defRPr>
            </a:defPPr>
            <a:lvl1pPr>
              <a:defRPr sz="1950" b="0">
                <a:solidFill>
                  <a:srgbClr val="B7C1C9"/>
                </a:solidFill>
              </a:defRPr>
            </a:lvl1pPr>
            <a:lvl2pPr>
              <a:defRPr sz="1950" b="0">
                <a:solidFill>
                  <a:srgbClr val="B7C1C9"/>
                </a:solidFill>
              </a:defRPr>
            </a:lvl2pPr>
            <a:lvl3pPr>
              <a:defRPr sz="1950" b="0">
                <a:solidFill>
                  <a:srgbClr val="B7C1C9"/>
                </a:solidFill>
              </a:defRPr>
            </a:lvl3pPr>
            <a:lvl4pPr>
              <a:defRPr sz="1950" b="0">
                <a:solidFill>
                  <a:srgbClr val="B7C1C9"/>
                </a:solidFill>
              </a:defRPr>
            </a:lvl4pPr>
            <a:lvl5pPr>
              <a:defRPr sz="1950" b="0">
                <a:solidFill>
                  <a:srgbClr val="B7C1C9"/>
                </a:solidFill>
              </a:defRPr>
            </a:lvl5pPr>
            <a:lvl6pPr>
              <a:defRPr sz="1950" b="0">
                <a:solidFill>
                  <a:srgbClr val="B7C1C9"/>
                </a:solidFill>
              </a:defRPr>
            </a:lvl6pPr>
            <a:lvl7pPr>
              <a:defRPr sz="1950" b="0">
                <a:solidFill>
                  <a:srgbClr val="B7C1C9"/>
                </a:solidFill>
              </a:defRPr>
            </a:lvl7pPr>
            <a:lvl8pPr>
              <a:defRPr sz="1950" b="0">
                <a:solidFill>
                  <a:srgbClr val="B7C1C9"/>
                </a:solidFill>
              </a:defRPr>
            </a:lvl8pPr>
            <a:lvl9pPr>
              <a:defRPr sz="1950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1C9"/>
                </a:solidFill>
              </a:defRPr>
            </a:pPr>
            <a:r>
              <a:rPr sz="1950" b="0">
                <a:solidFill>
                  <a:srgbClr val="B7C1C9"/>
                </a:solidFill>
              </a:rPr>
              <a:t>O Arena reúne a experiência do jogador e a operação da loja.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7BDF9-1525-4FA6-A41D-2A25F2B5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4775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F3EF"/>
                </a:solidFill>
              </a:defRPr>
            </a:defPPr>
            <a:lvl1pPr>
              <a:defRPr sz="2400" b="0">
                <a:solidFill>
                  <a:srgbClr val="F4F3EF"/>
                </a:solidFill>
              </a:defRPr>
            </a:lvl1pPr>
            <a:lvl2pPr>
              <a:defRPr sz="2400" b="0">
                <a:solidFill>
                  <a:srgbClr val="F4F3EF"/>
                </a:solidFill>
              </a:defRPr>
            </a:lvl2pPr>
            <a:lvl3pPr>
              <a:defRPr sz="2400" b="0">
                <a:solidFill>
                  <a:srgbClr val="F4F3EF"/>
                </a:solidFill>
              </a:defRPr>
            </a:lvl3pPr>
            <a:lvl4pPr>
              <a:defRPr sz="2400" b="0">
                <a:solidFill>
                  <a:srgbClr val="F4F3EF"/>
                </a:solidFill>
              </a:defRPr>
            </a:lvl4pPr>
            <a:lvl5pPr>
              <a:defRPr sz="2400" b="0">
                <a:solidFill>
                  <a:srgbClr val="F4F3EF"/>
                </a:solidFill>
              </a:defRPr>
            </a:lvl5pPr>
            <a:lvl6pPr>
              <a:defRPr sz="2400" b="0">
                <a:solidFill>
                  <a:srgbClr val="F4F3EF"/>
                </a:solidFill>
              </a:defRPr>
            </a:lvl6pPr>
            <a:lvl7pPr>
              <a:defRPr sz="2400" b="0">
                <a:solidFill>
                  <a:srgbClr val="F4F3EF"/>
                </a:solidFill>
              </a:defRPr>
            </a:lvl7pPr>
            <a:lvl8pPr>
              <a:defRPr sz="2400" b="0">
                <a:solidFill>
                  <a:srgbClr val="F4F3EF"/>
                </a:solidFill>
              </a:defRPr>
            </a:lvl8pPr>
            <a:lvl9pPr>
              <a:defRPr sz="2400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Antes da partida: encontre torneios e participe da comunidade.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Durante a partida: acompanhe vida, marcadores e sorteios.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Na loja: registre cartas, controle quantidades e publique anúncios.</a:t>
            </a:r>
          </a:p>
        </p:txBody>
      </p:sp>
    </p:spTree>
    <p:extLst>
      <p:ext uri="{BB962C8B-B14F-4D97-AF65-F5344CB8AC3E}">
        <p14:creationId xmlns:p14="http://schemas.microsoft.com/office/powerpoint/2010/main" val="414427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EB50D-631C-49C0-954B-2C28E06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D9BF79"/>
                </a:solidFill>
              </a:defRPr>
            </a:defPPr>
            <a:lvl1pPr>
              <a:defRPr sz="3450" b="1">
                <a:solidFill>
                  <a:srgbClr val="D9BF79"/>
                </a:solidFill>
              </a:defRPr>
            </a:lvl1pPr>
            <a:lvl2pPr>
              <a:defRPr sz="3450" b="1">
                <a:solidFill>
                  <a:srgbClr val="D9BF79"/>
                </a:solidFill>
              </a:defRPr>
            </a:lvl2pPr>
            <a:lvl3pPr>
              <a:defRPr sz="3450" b="1">
                <a:solidFill>
                  <a:srgbClr val="D9BF79"/>
                </a:solidFill>
              </a:defRPr>
            </a:lvl3pPr>
            <a:lvl4pPr>
              <a:defRPr sz="3450" b="1">
                <a:solidFill>
                  <a:srgbClr val="D9BF79"/>
                </a:solidFill>
              </a:defRPr>
            </a:lvl4pPr>
            <a:lvl5pPr>
              <a:defRPr sz="3450" b="1">
                <a:solidFill>
                  <a:srgbClr val="D9BF79"/>
                </a:solidFill>
              </a:defRPr>
            </a:lvl5pPr>
            <a:lvl6pPr>
              <a:defRPr sz="3450" b="1">
                <a:solidFill>
                  <a:srgbClr val="D9BF79"/>
                </a:solidFill>
              </a:defRPr>
            </a:lvl6pPr>
            <a:lvl7pPr>
              <a:defRPr sz="3450" b="1">
                <a:solidFill>
                  <a:srgbClr val="D9BF79"/>
                </a:solidFill>
              </a:defRPr>
            </a:lvl7pPr>
            <a:lvl8pPr>
              <a:defRPr sz="3450" b="1">
                <a:solidFill>
                  <a:srgbClr val="D9BF79"/>
                </a:solidFill>
              </a:defRPr>
            </a:lvl8pPr>
            <a:lvl9pPr>
              <a:defRPr sz="3450" b="1">
                <a:solidFill>
                  <a:srgbClr val="D9BF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D9BF79"/>
                </a:solidFill>
              </a:defRPr>
            </a:pPr>
            <a:r>
              <a:rPr sz="3450" b="1">
                <a:solidFill>
                  <a:srgbClr val="D9BF79"/>
                </a:solidFill>
              </a:rPr>
              <a:t>Uma mesa pronta para jogar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DDEA5-4132-44F8-88E0-B43BA6E8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C1C9"/>
                </a:solidFill>
              </a:defRPr>
            </a:defPPr>
            <a:lvl1pPr>
              <a:defRPr sz="1950" b="0">
                <a:solidFill>
                  <a:srgbClr val="B7C1C9"/>
                </a:solidFill>
              </a:defRPr>
            </a:lvl1pPr>
            <a:lvl2pPr>
              <a:defRPr sz="1950" b="0">
                <a:solidFill>
                  <a:srgbClr val="B7C1C9"/>
                </a:solidFill>
              </a:defRPr>
            </a:lvl2pPr>
            <a:lvl3pPr>
              <a:defRPr sz="1950" b="0">
                <a:solidFill>
                  <a:srgbClr val="B7C1C9"/>
                </a:solidFill>
              </a:defRPr>
            </a:lvl3pPr>
            <a:lvl4pPr>
              <a:defRPr sz="1950" b="0">
                <a:solidFill>
                  <a:srgbClr val="B7C1C9"/>
                </a:solidFill>
              </a:defRPr>
            </a:lvl4pPr>
            <a:lvl5pPr>
              <a:defRPr sz="1950" b="0">
                <a:solidFill>
                  <a:srgbClr val="B7C1C9"/>
                </a:solidFill>
              </a:defRPr>
            </a:lvl5pPr>
            <a:lvl6pPr>
              <a:defRPr sz="1950" b="0">
                <a:solidFill>
                  <a:srgbClr val="B7C1C9"/>
                </a:solidFill>
              </a:defRPr>
            </a:lvl6pPr>
            <a:lvl7pPr>
              <a:defRPr sz="1950" b="0">
                <a:solidFill>
                  <a:srgbClr val="B7C1C9"/>
                </a:solidFill>
              </a:defRPr>
            </a:lvl7pPr>
            <a:lvl8pPr>
              <a:defRPr sz="1950" b="0">
                <a:solidFill>
                  <a:srgbClr val="B7C1C9"/>
                </a:solidFill>
              </a:defRPr>
            </a:lvl8pPr>
            <a:lvl9pPr>
              <a:defRPr sz="1950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1C9"/>
                </a:solidFill>
              </a:defRPr>
            </a:pPr>
            <a:r>
              <a:rPr sz="1950" b="0">
                <a:solidFill>
                  <a:srgbClr val="B7C1C9"/>
                </a:solidFill>
              </a:rPr>
              <a:t>DISPONÍVEL HOJE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99733-41FB-4E09-848E-1763B9CA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4572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F3EF"/>
                </a:solidFill>
              </a:defRPr>
            </a:defPPr>
            <a:lvl1pPr>
              <a:defRPr sz="2400" b="0">
                <a:solidFill>
                  <a:srgbClr val="F4F3EF"/>
                </a:solidFill>
              </a:defRPr>
            </a:lvl1pPr>
            <a:lvl2pPr>
              <a:defRPr sz="2400" b="0">
                <a:solidFill>
                  <a:srgbClr val="F4F3EF"/>
                </a:solidFill>
              </a:defRPr>
            </a:lvl2pPr>
            <a:lvl3pPr>
              <a:defRPr sz="2400" b="0">
                <a:solidFill>
                  <a:srgbClr val="F4F3EF"/>
                </a:solidFill>
              </a:defRPr>
            </a:lvl3pPr>
            <a:lvl4pPr>
              <a:defRPr sz="2400" b="0">
                <a:solidFill>
                  <a:srgbClr val="F4F3EF"/>
                </a:solidFill>
              </a:defRPr>
            </a:lvl4pPr>
            <a:lvl5pPr>
              <a:defRPr sz="2400" b="0">
                <a:solidFill>
                  <a:srgbClr val="F4F3EF"/>
                </a:solidFill>
              </a:defRPr>
            </a:lvl5pPr>
            <a:lvl6pPr>
              <a:defRPr sz="2400" b="0">
                <a:solidFill>
                  <a:srgbClr val="F4F3EF"/>
                </a:solidFill>
              </a:defRPr>
            </a:lvl6pPr>
            <a:lvl7pPr>
              <a:defRPr sz="2400" b="0">
                <a:solidFill>
                  <a:srgbClr val="F4F3EF"/>
                </a:solidFill>
              </a:defRPr>
            </a:lvl7pPr>
            <a:lvl8pPr>
              <a:defRPr sz="2400" b="0">
                <a:solidFill>
                  <a:srgbClr val="F4F3EF"/>
                </a:solidFill>
              </a:defRPr>
            </a:lvl8pPr>
            <a:lvl9pPr>
              <a:defRPr sz="2400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Magic e Yu-Gi-Oh!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Formatos e equipes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Vida e marcadores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Dados, moeda e histórico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F0E29-4A74-4BC5-9F96-0C8CACAFC3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93bbfc1084002"/>
          <a:stretch xmlns:a="http://schemas.openxmlformats.org/drawingml/2006/main"/>
        </p:blipFill>
        <p:spPr>
          <a:xfrm xmlns:a="http://schemas.openxmlformats.org/drawingml/2006/main">
            <a:off x="6013468" y="2143125"/>
            <a:ext cx="5118064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87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619FD-A78D-43CF-ADFE-5F9754D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D9BF79"/>
                </a:solidFill>
              </a:defRPr>
            </a:defPPr>
            <a:lvl1pPr>
              <a:defRPr sz="3450" b="1">
                <a:solidFill>
                  <a:srgbClr val="D9BF79"/>
                </a:solidFill>
              </a:defRPr>
            </a:lvl1pPr>
            <a:lvl2pPr>
              <a:defRPr sz="3450" b="1">
                <a:solidFill>
                  <a:srgbClr val="D9BF79"/>
                </a:solidFill>
              </a:defRPr>
            </a:lvl2pPr>
            <a:lvl3pPr>
              <a:defRPr sz="3450" b="1">
                <a:solidFill>
                  <a:srgbClr val="D9BF79"/>
                </a:solidFill>
              </a:defRPr>
            </a:lvl3pPr>
            <a:lvl4pPr>
              <a:defRPr sz="3450" b="1">
                <a:solidFill>
                  <a:srgbClr val="D9BF79"/>
                </a:solidFill>
              </a:defRPr>
            </a:lvl4pPr>
            <a:lvl5pPr>
              <a:defRPr sz="3450" b="1">
                <a:solidFill>
                  <a:srgbClr val="D9BF79"/>
                </a:solidFill>
              </a:defRPr>
            </a:lvl5pPr>
            <a:lvl6pPr>
              <a:defRPr sz="3450" b="1">
                <a:solidFill>
                  <a:srgbClr val="D9BF79"/>
                </a:solidFill>
              </a:defRPr>
            </a:lvl6pPr>
            <a:lvl7pPr>
              <a:defRPr sz="3450" b="1">
                <a:solidFill>
                  <a:srgbClr val="D9BF79"/>
                </a:solidFill>
              </a:defRPr>
            </a:lvl7pPr>
            <a:lvl8pPr>
              <a:defRPr sz="3450" b="1">
                <a:solidFill>
                  <a:srgbClr val="D9BF79"/>
                </a:solidFill>
              </a:defRPr>
            </a:lvl8pPr>
            <a:lvl9pPr>
              <a:defRPr sz="3450" b="1">
                <a:solidFill>
                  <a:srgbClr val="D9BF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D9BF79"/>
                </a:solidFill>
              </a:defRPr>
            </a:pPr>
            <a:r>
              <a:rPr sz="3450" b="1">
                <a:solidFill>
                  <a:srgbClr val="D9BF79"/>
                </a:solidFill>
              </a:rPr>
              <a:t>Archenemy também faz parte da Arena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68EA3-1C5D-400E-A0A6-F2FCC030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C1C9"/>
                </a:solidFill>
              </a:defRPr>
            </a:defPPr>
            <a:lvl1pPr>
              <a:defRPr sz="1950" b="0">
                <a:solidFill>
                  <a:srgbClr val="B7C1C9"/>
                </a:solidFill>
              </a:defRPr>
            </a:lvl1pPr>
            <a:lvl2pPr>
              <a:defRPr sz="1950" b="0">
                <a:solidFill>
                  <a:srgbClr val="B7C1C9"/>
                </a:solidFill>
              </a:defRPr>
            </a:lvl2pPr>
            <a:lvl3pPr>
              <a:defRPr sz="1950" b="0">
                <a:solidFill>
                  <a:srgbClr val="B7C1C9"/>
                </a:solidFill>
              </a:defRPr>
            </a:lvl3pPr>
            <a:lvl4pPr>
              <a:defRPr sz="1950" b="0">
                <a:solidFill>
                  <a:srgbClr val="B7C1C9"/>
                </a:solidFill>
              </a:defRPr>
            </a:lvl4pPr>
            <a:lvl5pPr>
              <a:defRPr sz="1950" b="0">
                <a:solidFill>
                  <a:srgbClr val="B7C1C9"/>
                </a:solidFill>
              </a:defRPr>
            </a:lvl5pPr>
            <a:lvl6pPr>
              <a:defRPr sz="1950" b="0">
                <a:solidFill>
                  <a:srgbClr val="B7C1C9"/>
                </a:solidFill>
              </a:defRPr>
            </a:lvl6pPr>
            <a:lvl7pPr>
              <a:defRPr sz="1950" b="0">
                <a:solidFill>
                  <a:srgbClr val="B7C1C9"/>
                </a:solidFill>
              </a:defRPr>
            </a:lvl7pPr>
            <a:lvl8pPr>
              <a:defRPr sz="1950" b="0">
                <a:solidFill>
                  <a:srgbClr val="B7C1C9"/>
                </a:solidFill>
              </a:defRPr>
            </a:lvl8pPr>
            <a:lvl9pPr>
              <a:defRPr sz="1950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1C9"/>
                </a:solidFill>
              </a:defRPr>
            </a:pPr>
            <a:r>
              <a:rPr sz="1950" b="0">
                <a:solidFill>
                  <a:srgbClr val="B7C1C9"/>
                </a:solidFill>
              </a:rPr>
              <a:t>DISPONÍVEL HOJE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E7A95-B5FB-4C56-A692-21C86C85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4F3EF"/>
                </a:solidFill>
              </a:defRPr>
            </a:defPPr>
            <a:lvl1pPr>
              <a:defRPr sz="2325" b="0">
                <a:solidFill>
                  <a:srgbClr val="F4F3EF"/>
                </a:solidFill>
              </a:defRPr>
            </a:lvl1pPr>
            <a:lvl2pPr>
              <a:defRPr sz="2325" b="0">
                <a:solidFill>
                  <a:srgbClr val="F4F3EF"/>
                </a:solidFill>
              </a:defRPr>
            </a:lvl2pPr>
            <a:lvl3pPr>
              <a:defRPr sz="2325" b="0">
                <a:solidFill>
                  <a:srgbClr val="F4F3EF"/>
                </a:solidFill>
              </a:defRPr>
            </a:lvl3pPr>
            <a:lvl4pPr>
              <a:defRPr sz="2325" b="0">
                <a:solidFill>
                  <a:srgbClr val="F4F3EF"/>
                </a:solidFill>
              </a:defRPr>
            </a:lvl4pPr>
            <a:lvl5pPr>
              <a:defRPr sz="2325" b="0">
                <a:solidFill>
                  <a:srgbClr val="F4F3EF"/>
                </a:solidFill>
              </a:defRPr>
            </a:lvl5pPr>
            <a:lvl6pPr>
              <a:defRPr sz="2325" b="0">
                <a:solidFill>
                  <a:srgbClr val="F4F3EF"/>
                </a:solidFill>
              </a:defRPr>
            </a:lvl6pPr>
            <a:lvl7pPr>
              <a:defRPr sz="2325" b="0">
                <a:solidFill>
                  <a:srgbClr val="F4F3EF"/>
                </a:solidFill>
              </a:defRPr>
            </a:lvl7pPr>
            <a:lvl8pPr>
              <a:defRPr sz="2325" b="0">
                <a:solidFill>
                  <a:srgbClr val="F4F3EF"/>
                </a:solidFill>
              </a:defRPr>
            </a:lvl8pPr>
            <a:lvl9pPr>
              <a:defRPr sz="2325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4F3EF"/>
                </a:solidFill>
              </a:defRPr>
            </a:pPr>
            <a:r>
              <a:rPr sz="2325" b="0">
                <a:solidFill>
                  <a:srgbClr val="F4F3EF"/>
                </a:solidFill>
              </a:rPr>
              <a:t>Escolha um conjunto de esquemas.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F4F3EF"/>
                </a:solidFill>
              </a:defRPr>
            </a:pPr>
            <a:r>
              <a:rPr sz="2325" b="0">
                <a:solidFill>
                  <a:srgbClr val="F4F3EF"/>
                </a:solidFill>
              </a:rPr>
              <a:t>Revele cartas em ordem aleatória.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F4F3EF"/>
                </a:solidFill>
              </a:defRPr>
            </a:pPr>
            <a:r>
              <a:rPr sz="2325" b="0">
                <a:solidFill>
                  <a:srgbClr val="F4F3EF"/>
                </a:solidFill>
              </a:rPr>
              <a:t>Mantenha os esquemas contínuos separados.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5DCF0-5A70-4F92-974D-0B87F4A167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06a5322dc475d"/>
          <a:stretch xmlns:a="http://schemas.openxmlformats.org/drawingml/2006/main"/>
        </p:blipFill>
        <p:spPr>
          <a:xfrm xmlns:a="http://schemas.openxmlformats.org/drawingml/2006/main">
            <a:off x="6781890" y="1952625"/>
            <a:ext cx="3866969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199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E3784-7C1C-4763-9318-6EC8B6C4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D9BF79"/>
                </a:solidFill>
              </a:defRPr>
            </a:defPPr>
            <a:lvl1pPr>
              <a:defRPr sz="3450" b="1">
                <a:solidFill>
                  <a:srgbClr val="D9BF79"/>
                </a:solidFill>
              </a:defRPr>
            </a:lvl1pPr>
            <a:lvl2pPr>
              <a:defRPr sz="3450" b="1">
                <a:solidFill>
                  <a:srgbClr val="D9BF79"/>
                </a:solidFill>
              </a:defRPr>
            </a:lvl2pPr>
            <a:lvl3pPr>
              <a:defRPr sz="3450" b="1">
                <a:solidFill>
                  <a:srgbClr val="D9BF79"/>
                </a:solidFill>
              </a:defRPr>
            </a:lvl3pPr>
            <a:lvl4pPr>
              <a:defRPr sz="3450" b="1">
                <a:solidFill>
                  <a:srgbClr val="D9BF79"/>
                </a:solidFill>
              </a:defRPr>
            </a:lvl4pPr>
            <a:lvl5pPr>
              <a:defRPr sz="3450" b="1">
                <a:solidFill>
                  <a:srgbClr val="D9BF79"/>
                </a:solidFill>
              </a:defRPr>
            </a:lvl5pPr>
            <a:lvl6pPr>
              <a:defRPr sz="3450" b="1">
                <a:solidFill>
                  <a:srgbClr val="D9BF79"/>
                </a:solidFill>
              </a:defRPr>
            </a:lvl6pPr>
            <a:lvl7pPr>
              <a:defRPr sz="3450" b="1">
                <a:solidFill>
                  <a:srgbClr val="D9BF79"/>
                </a:solidFill>
              </a:defRPr>
            </a:lvl7pPr>
            <a:lvl8pPr>
              <a:defRPr sz="3450" b="1">
                <a:solidFill>
                  <a:srgbClr val="D9BF79"/>
                </a:solidFill>
              </a:defRPr>
            </a:lvl8pPr>
            <a:lvl9pPr>
              <a:defRPr sz="3450" b="1">
                <a:solidFill>
                  <a:srgbClr val="D9BF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D9BF79"/>
                </a:solidFill>
              </a:defRPr>
            </a:pPr>
            <a:r>
              <a:rPr sz="3450" b="1">
                <a:solidFill>
                  <a:srgbClr val="D9BF79"/>
                </a:solidFill>
              </a:rPr>
              <a:t>A loja acompanha cada movimentação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545E6-7978-4661-96D6-AE570891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C1C9"/>
                </a:solidFill>
              </a:defRPr>
            </a:defPPr>
            <a:lvl1pPr>
              <a:defRPr sz="1950" b="0">
                <a:solidFill>
                  <a:srgbClr val="B7C1C9"/>
                </a:solidFill>
              </a:defRPr>
            </a:lvl1pPr>
            <a:lvl2pPr>
              <a:defRPr sz="1950" b="0">
                <a:solidFill>
                  <a:srgbClr val="B7C1C9"/>
                </a:solidFill>
              </a:defRPr>
            </a:lvl2pPr>
            <a:lvl3pPr>
              <a:defRPr sz="1950" b="0">
                <a:solidFill>
                  <a:srgbClr val="B7C1C9"/>
                </a:solidFill>
              </a:defRPr>
            </a:lvl3pPr>
            <a:lvl4pPr>
              <a:defRPr sz="1950" b="0">
                <a:solidFill>
                  <a:srgbClr val="B7C1C9"/>
                </a:solidFill>
              </a:defRPr>
            </a:lvl4pPr>
            <a:lvl5pPr>
              <a:defRPr sz="1950" b="0">
                <a:solidFill>
                  <a:srgbClr val="B7C1C9"/>
                </a:solidFill>
              </a:defRPr>
            </a:lvl5pPr>
            <a:lvl6pPr>
              <a:defRPr sz="1950" b="0">
                <a:solidFill>
                  <a:srgbClr val="B7C1C9"/>
                </a:solidFill>
              </a:defRPr>
            </a:lvl6pPr>
            <a:lvl7pPr>
              <a:defRPr sz="1950" b="0">
                <a:solidFill>
                  <a:srgbClr val="B7C1C9"/>
                </a:solidFill>
              </a:defRPr>
            </a:lvl7pPr>
            <a:lvl8pPr>
              <a:defRPr sz="1950" b="0">
                <a:solidFill>
                  <a:srgbClr val="B7C1C9"/>
                </a:solidFill>
              </a:defRPr>
            </a:lvl8pPr>
            <a:lvl9pPr>
              <a:defRPr sz="1950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1C9"/>
                </a:solidFill>
              </a:defRPr>
            </a:pPr>
            <a:r>
              <a:rPr sz="1950" b="0">
                <a:solidFill>
                  <a:srgbClr val="B7C1C9"/>
                </a:solidFill>
              </a:rPr>
              <a:t>DISPONÍVEL HOJE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F1F2E-AEE7-494F-A5CC-466A1285E7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ce0afa6b84201"/>
          <a:stretch xmlns:a="http://schemas.openxmlformats.org/drawingml/2006/main"/>
        </p:blipFill>
        <p:spPr>
          <a:xfrm xmlns:a="http://schemas.openxmlformats.org/drawingml/2006/main">
            <a:off x="910497" y="2333625"/>
            <a:ext cx="6465755" cy="4048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8213D-DA22-43C8-8FFE-F97526FD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24125"/>
            <a:ext cx="3333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EF"/>
                </a:solidFill>
              </a:defRPr>
            </a:defPPr>
            <a:lvl1pPr>
              <a:defRPr sz="2175" b="0">
                <a:solidFill>
                  <a:srgbClr val="F4F3EF"/>
                </a:solidFill>
              </a:defRPr>
            </a:lvl1pPr>
            <a:lvl2pPr>
              <a:defRPr sz="2175" b="0">
                <a:solidFill>
                  <a:srgbClr val="F4F3EF"/>
                </a:solidFill>
              </a:defRPr>
            </a:lvl2pPr>
            <a:lvl3pPr>
              <a:defRPr sz="2175" b="0">
                <a:solidFill>
                  <a:srgbClr val="F4F3EF"/>
                </a:solidFill>
              </a:defRPr>
            </a:lvl3pPr>
            <a:lvl4pPr>
              <a:defRPr sz="2175" b="0">
                <a:solidFill>
                  <a:srgbClr val="F4F3EF"/>
                </a:solidFill>
              </a:defRPr>
            </a:lvl4pPr>
            <a:lvl5pPr>
              <a:defRPr sz="2175" b="0">
                <a:solidFill>
                  <a:srgbClr val="F4F3EF"/>
                </a:solidFill>
              </a:defRPr>
            </a:lvl5pPr>
            <a:lvl6pPr>
              <a:defRPr sz="2175" b="0">
                <a:solidFill>
                  <a:srgbClr val="F4F3EF"/>
                </a:solidFill>
              </a:defRPr>
            </a:lvl6pPr>
            <a:lvl7pPr>
              <a:defRPr sz="2175" b="0">
                <a:solidFill>
                  <a:srgbClr val="F4F3EF"/>
                </a:solidFill>
              </a:defRPr>
            </a:lvl7pPr>
            <a:lvl8pPr>
              <a:defRPr sz="2175" b="0">
                <a:solidFill>
                  <a:srgbClr val="F4F3EF"/>
                </a:solidFill>
              </a:defRPr>
            </a:lvl8pPr>
            <a:lvl9pPr>
              <a:defRPr sz="2175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EF"/>
                </a:solidFill>
              </a:defRPr>
            </a:pPr>
            <a:r>
              <a:rPr sz="2175" b="0">
                <a:solidFill>
                  <a:srgbClr val="F4F3EF"/>
                </a:solidFill>
              </a:rPr>
              <a:t>SKU, custo e preço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4F3EF"/>
                </a:solidFill>
              </a:defRPr>
            </a:pPr>
            <a:r>
              <a:rPr sz="2175" b="0">
                <a:solidFill>
                  <a:srgbClr val="F4F3EF"/>
                </a:solidFill>
              </a:rPr>
              <a:t>Entradas e saídas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4F3EF"/>
                </a:solidFill>
              </a:defRPr>
            </a:pPr>
            <a:r>
              <a:rPr sz="2175" b="0">
                <a:solidFill>
                  <a:srgbClr val="F4F3EF"/>
                </a:solidFill>
              </a:rPr>
              <a:t>Histórico com motivo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4F3EF"/>
                </a:solidFill>
              </a:defRPr>
            </a:pPr>
            <a:r>
              <a:rPr sz="2175" b="0">
                <a:solidFill>
                  <a:srgbClr val="F4F3EF"/>
                </a:solidFill>
              </a:rPr>
              <a:t>Alertas de estoque baixo</a:t>
            </a:r>
          </a:p>
        </p:txBody>
      </p:sp>
    </p:spTree>
    <p:extLst>
      <p:ext uri="{BB962C8B-B14F-4D97-AF65-F5344CB8AC3E}">
        <p14:creationId xmlns:p14="http://schemas.microsoft.com/office/powerpoint/2010/main" val="1483682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A97AE-6111-4867-9C9F-23EBA487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D9BF79"/>
                </a:solidFill>
              </a:defRPr>
            </a:defPPr>
            <a:lvl1pPr>
              <a:defRPr sz="3450" b="1">
                <a:solidFill>
                  <a:srgbClr val="D9BF79"/>
                </a:solidFill>
              </a:defRPr>
            </a:lvl1pPr>
            <a:lvl2pPr>
              <a:defRPr sz="3450" b="1">
                <a:solidFill>
                  <a:srgbClr val="D9BF79"/>
                </a:solidFill>
              </a:defRPr>
            </a:lvl2pPr>
            <a:lvl3pPr>
              <a:defRPr sz="3450" b="1">
                <a:solidFill>
                  <a:srgbClr val="D9BF79"/>
                </a:solidFill>
              </a:defRPr>
            </a:lvl3pPr>
            <a:lvl4pPr>
              <a:defRPr sz="3450" b="1">
                <a:solidFill>
                  <a:srgbClr val="D9BF79"/>
                </a:solidFill>
              </a:defRPr>
            </a:lvl4pPr>
            <a:lvl5pPr>
              <a:defRPr sz="3450" b="1">
                <a:solidFill>
                  <a:srgbClr val="D9BF79"/>
                </a:solidFill>
              </a:defRPr>
            </a:lvl5pPr>
            <a:lvl6pPr>
              <a:defRPr sz="3450" b="1">
                <a:solidFill>
                  <a:srgbClr val="D9BF79"/>
                </a:solidFill>
              </a:defRPr>
            </a:lvl6pPr>
            <a:lvl7pPr>
              <a:defRPr sz="3450" b="1">
                <a:solidFill>
                  <a:srgbClr val="D9BF79"/>
                </a:solidFill>
              </a:defRPr>
            </a:lvl7pPr>
            <a:lvl8pPr>
              <a:defRPr sz="3450" b="1">
                <a:solidFill>
                  <a:srgbClr val="D9BF79"/>
                </a:solidFill>
              </a:defRPr>
            </a:lvl8pPr>
            <a:lvl9pPr>
              <a:defRPr sz="3450" b="1">
                <a:solidFill>
                  <a:srgbClr val="D9BF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D9BF79"/>
                </a:solidFill>
              </a:defRPr>
            </a:pPr>
            <a:r>
              <a:rPr sz="3450" b="1">
                <a:solidFill>
                  <a:srgbClr val="D9BF79"/>
                </a:solidFill>
              </a:rPr>
              <a:t>Estoque e vitrine trabalham juntos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90153-AC3D-4D3C-877C-20AC63D8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C1C9"/>
                </a:solidFill>
              </a:defRPr>
            </a:defPPr>
            <a:lvl1pPr>
              <a:defRPr sz="1950" b="0">
                <a:solidFill>
                  <a:srgbClr val="B7C1C9"/>
                </a:solidFill>
              </a:defRPr>
            </a:lvl1pPr>
            <a:lvl2pPr>
              <a:defRPr sz="1950" b="0">
                <a:solidFill>
                  <a:srgbClr val="B7C1C9"/>
                </a:solidFill>
              </a:defRPr>
            </a:lvl2pPr>
            <a:lvl3pPr>
              <a:defRPr sz="1950" b="0">
                <a:solidFill>
                  <a:srgbClr val="B7C1C9"/>
                </a:solidFill>
              </a:defRPr>
            </a:lvl3pPr>
            <a:lvl4pPr>
              <a:defRPr sz="1950" b="0">
                <a:solidFill>
                  <a:srgbClr val="B7C1C9"/>
                </a:solidFill>
              </a:defRPr>
            </a:lvl4pPr>
            <a:lvl5pPr>
              <a:defRPr sz="1950" b="0">
                <a:solidFill>
                  <a:srgbClr val="B7C1C9"/>
                </a:solidFill>
              </a:defRPr>
            </a:lvl5pPr>
            <a:lvl6pPr>
              <a:defRPr sz="1950" b="0">
                <a:solidFill>
                  <a:srgbClr val="B7C1C9"/>
                </a:solidFill>
              </a:defRPr>
            </a:lvl6pPr>
            <a:lvl7pPr>
              <a:defRPr sz="1950" b="0">
                <a:solidFill>
                  <a:srgbClr val="B7C1C9"/>
                </a:solidFill>
              </a:defRPr>
            </a:lvl7pPr>
            <a:lvl8pPr>
              <a:defRPr sz="1950" b="0">
                <a:solidFill>
                  <a:srgbClr val="B7C1C9"/>
                </a:solidFill>
              </a:defRPr>
            </a:lvl8pPr>
            <a:lvl9pPr>
              <a:defRPr sz="1950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1C9"/>
                </a:solidFill>
              </a:defRPr>
            </a:pPr>
            <a:r>
              <a:rPr sz="1950" b="0">
                <a:solidFill>
                  <a:srgbClr val="B7C1C9"/>
                </a:solidFill>
              </a:rPr>
              <a:t>Disponibilidade coerente com o saldo registrado.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FC22F-652F-4B5F-AB07-F4D49E57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4775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F3EF"/>
                </a:solidFill>
              </a:defRPr>
            </a:defPPr>
            <a:lvl1pPr>
              <a:defRPr sz="2400" b="0">
                <a:solidFill>
                  <a:srgbClr val="F4F3EF"/>
                </a:solidFill>
              </a:defRPr>
            </a:lvl1pPr>
            <a:lvl2pPr>
              <a:defRPr sz="2400" b="0">
                <a:solidFill>
                  <a:srgbClr val="F4F3EF"/>
                </a:solidFill>
              </a:defRPr>
            </a:lvl2pPr>
            <a:lvl3pPr>
              <a:defRPr sz="2400" b="0">
                <a:solidFill>
                  <a:srgbClr val="F4F3EF"/>
                </a:solidFill>
              </a:defRPr>
            </a:lvl3pPr>
            <a:lvl4pPr>
              <a:defRPr sz="2400" b="0">
                <a:solidFill>
                  <a:srgbClr val="F4F3EF"/>
                </a:solidFill>
              </a:defRPr>
            </a:lvl4pPr>
            <a:lvl5pPr>
              <a:defRPr sz="2400" b="0">
                <a:solidFill>
                  <a:srgbClr val="F4F3EF"/>
                </a:solidFill>
              </a:defRPr>
            </a:lvl5pPr>
            <a:lvl6pPr>
              <a:defRPr sz="2400" b="0">
                <a:solidFill>
                  <a:srgbClr val="F4F3EF"/>
                </a:solidFill>
              </a:defRPr>
            </a:lvl6pPr>
            <a:lvl7pPr>
              <a:defRPr sz="2400" b="0">
                <a:solidFill>
                  <a:srgbClr val="F4F3EF"/>
                </a:solidFill>
              </a:defRPr>
            </a:lvl7pPr>
            <a:lvl8pPr>
              <a:defRPr sz="2400" b="0">
                <a:solidFill>
                  <a:srgbClr val="F4F3EF"/>
                </a:solidFill>
              </a:defRPr>
            </a:lvl8pPr>
            <a:lvl9pPr>
              <a:defRPr sz="2400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Um item pode virar anúncio no marketplace.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Quando o saldo chega a zero, ele sai da vitrine.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A reposição restaura a disponibilidade se a publicação continuar ativa.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D3F24-0765-40A4-A5C5-95191A0C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7C1C9"/>
                </a:solidFill>
              </a:defRPr>
            </a:defPPr>
            <a:lvl1pPr>
              <a:defRPr sz="1725" b="0">
                <a:solidFill>
                  <a:srgbClr val="B7C1C9"/>
                </a:solidFill>
              </a:defRPr>
            </a:lvl1pPr>
            <a:lvl2pPr>
              <a:defRPr sz="1725" b="0">
                <a:solidFill>
                  <a:srgbClr val="B7C1C9"/>
                </a:solidFill>
              </a:defRPr>
            </a:lvl2pPr>
            <a:lvl3pPr>
              <a:defRPr sz="1725" b="0">
                <a:solidFill>
                  <a:srgbClr val="B7C1C9"/>
                </a:solidFill>
              </a:defRPr>
            </a:lvl3pPr>
            <a:lvl4pPr>
              <a:defRPr sz="1725" b="0">
                <a:solidFill>
                  <a:srgbClr val="B7C1C9"/>
                </a:solidFill>
              </a:defRPr>
            </a:lvl4pPr>
            <a:lvl5pPr>
              <a:defRPr sz="1725" b="0">
                <a:solidFill>
                  <a:srgbClr val="B7C1C9"/>
                </a:solidFill>
              </a:defRPr>
            </a:lvl5pPr>
            <a:lvl6pPr>
              <a:defRPr sz="1725" b="0">
                <a:solidFill>
                  <a:srgbClr val="B7C1C9"/>
                </a:solidFill>
              </a:defRPr>
            </a:lvl6pPr>
            <a:lvl7pPr>
              <a:defRPr sz="1725" b="0">
                <a:solidFill>
                  <a:srgbClr val="B7C1C9"/>
                </a:solidFill>
              </a:defRPr>
            </a:lvl7pPr>
            <a:lvl8pPr>
              <a:defRPr sz="1725" b="0">
                <a:solidFill>
                  <a:srgbClr val="B7C1C9"/>
                </a:solidFill>
              </a:defRPr>
            </a:lvl8pPr>
            <a:lvl9pPr>
              <a:defRPr sz="1725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7C1C9"/>
                </a:solidFill>
              </a:defRPr>
            </a:pPr>
            <a:r>
              <a:rPr sz="1725" b="0">
                <a:solidFill>
                  <a:srgbClr val="B7C1C9"/>
                </a:solidFill>
              </a:rPr>
              <a:t>Hoje, a negociação acontece fora da plataforma e a loja registra a saída manualmente.</a:t>
            </a:r>
          </a:p>
        </p:txBody>
      </p:sp>
    </p:spTree>
    <p:extLst>
      <p:ext uri="{BB962C8B-B14F-4D97-AF65-F5344CB8AC3E}">
        <p14:creationId xmlns:p14="http://schemas.microsoft.com/office/powerpoint/2010/main" val="14747992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AF393-8C0B-4893-A39D-20A57E99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D9BF79"/>
                </a:solidFill>
              </a:defRPr>
            </a:defPPr>
            <a:lvl1pPr>
              <a:defRPr sz="3450" b="1">
                <a:solidFill>
                  <a:srgbClr val="D9BF79"/>
                </a:solidFill>
              </a:defRPr>
            </a:lvl1pPr>
            <a:lvl2pPr>
              <a:defRPr sz="3450" b="1">
                <a:solidFill>
                  <a:srgbClr val="D9BF79"/>
                </a:solidFill>
              </a:defRPr>
            </a:lvl2pPr>
            <a:lvl3pPr>
              <a:defRPr sz="3450" b="1">
                <a:solidFill>
                  <a:srgbClr val="D9BF79"/>
                </a:solidFill>
              </a:defRPr>
            </a:lvl3pPr>
            <a:lvl4pPr>
              <a:defRPr sz="3450" b="1">
                <a:solidFill>
                  <a:srgbClr val="D9BF79"/>
                </a:solidFill>
              </a:defRPr>
            </a:lvl4pPr>
            <a:lvl5pPr>
              <a:defRPr sz="3450" b="1">
                <a:solidFill>
                  <a:srgbClr val="D9BF79"/>
                </a:solidFill>
              </a:defRPr>
            </a:lvl5pPr>
            <a:lvl6pPr>
              <a:defRPr sz="3450" b="1">
                <a:solidFill>
                  <a:srgbClr val="D9BF79"/>
                </a:solidFill>
              </a:defRPr>
            </a:lvl6pPr>
            <a:lvl7pPr>
              <a:defRPr sz="3450" b="1">
                <a:solidFill>
                  <a:srgbClr val="D9BF79"/>
                </a:solidFill>
              </a:defRPr>
            </a:lvl7pPr>
            <a:lvl8pPr>
              <a:defRPr sz="3450" b="1">
                <a:solidFill>
                  <a:srgbClr val="D9BF79"/>
                </a:solidFill>
              </a:defRPr>
            </a:lvl8pPr>
            <a:lvl9pPr>
              <a:defRPr sz="3450" b="1">
                <a:solidFill>
                  <a:srgbClr val="D9BF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D9BF79"/>
                </a:solidFill>
              </a:defRPr>
            </a:pPr>
            <a:r>
              <a:rPr sz="3450" b="1">
                <a:solidFill>
                  <a:srgbClr val="D9BF79"/>
                </a:solidFill>
              </a:rPr>
              <a:t>Eventos e comunidade no mesmo espaço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9A278-F497-4DB5-856B-89CF5C8B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C1C9"/>
                </a:solidFill>
              </a:defRPr>
            </a:defPPr>
            <a:lvl1pPr>
              <a:defRPr sz="1950" b="0">
                <a:solidFill>
                  <a:srgbClr val="B7C1C9"/>
                </a:solidFill>
              </a:defRPr>
            </a:lvl1pPr>
            <a:lvl2pPr>
              <a:defRPr sz="1950" b="0">
                <a:solidFill>
                  <a:srgbClr val="B7C1C9"/>
                </a:solidFill>
              </a:defRPr>
            </a:lvl2pPr>
            <a:lvl3pPr>
              <a:defRPr sz="1950" b="0">
                <a:solidFill>
                  <a:srgbClr val="B7C1C9"/>
                </a:solidFill>
              </a:defRPr>
            </a:lvl3pPr>
            <a:lvl4pPr>
              <a:defRPr sz="1950" b="0">
                <a:solidFill>
                  <a:srgbClr val="B7C1C9"/>
                </a:solidFill>
              </a:defRPr>
            </a:lvl4pPr>
            <a:lvl5pPr>
              <a:defRPr sz="1950" b="0">
                <a:solidFill>
                  <a:srgbClr val="B7C1C9"/>
                </a:solidFill>
              </a:defRPr>
            </a:lvl5pPr>
            <a:lvl6pPr>
              <a:defRPr sz="1950" b="0">
                <a:solidFill>
                  <a:srgbClr val="B7C1C9"/>
                </a:solidFill>
              </a:defRPr>
            </a:lvl6pPr>
            <a:lvl7pPr>
              <a:defRPr sz="1950" b="0">
                <a:solidFill>
                  <a:srgbClr val="B7C1C9"/>
                </a:solidFill>
              </a:defRPr>
            </a:lvl7pPr>
            <a:lvl8pPr>
              <a:defRPr sz="1950" b="0">
                <a:solidFill>
                  <a:srgbClr val="B7C1C9"/>
                </a:solidFill>
              </a:defRPr>
            </a:lvl8pPr>
            <a:lvl9pPr>
              <a:defRPr sz="1950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1C9"/>
                </a:solidFill>
              </a:defRPr>
            </a:pPr>
            <a:r>
              <a:rPr sz="1950" b="0">
                <a:solidFill>
                  <a:srgbClr val="B7C1C9"/>
                </a:solidFill>
              </a:rPr>
              <a:t>DISPONÍVEL HOJE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45176-3B2D-4791-87D8-B3189A6E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4775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F3EF"/>
                </a:solidFill>
              </a:defRPr>
            </a:defPPr>
            <a:lvl1pPr>
              <a:defRPr sz="2400" b="0">
                <a:solidFill>
                  <a:srgbClr val="F4F3EF"/>
                </a:solidFill>
              </a:defRPr>
            </a:lvl1pPr>
            <a:lvl2pPr>
              <a:defRPr sz="2400" b="0">
                <a:solidFill>
                  <a:srgbClr val="F4F3EF"/>
                </a:solidFill>
              </a:defRPr>
            </a:lvl2pPr>
            <a:lvl3pPr>
              <a:defRPr sz="2400" b="0">
                <a:solidFill>
                  <a:srgbClr val="F4F3EF"/>
                </a:solidFill>
              </a:defRPr>
            </a:lvl3pPr>
            <a:lvl4pPr>
              <a:defRPr sz="2400" b="0">
                <a:solidFill>
                  <a:srgbClr val="F4F3EF"/>
                </a:solidFill>
              </a:defRPr>
            </a:lvl4pPr>
            <a:lvl5pPr>
              <a:defRPr sz="2400" b="0">
                <a:solidFill>
                  <a:srgbClr val="F4F3EF"/>
                </a:solidFill>
              </a:defRPr>
            </a:lvl5pPr>
            <a:lvl6pPr>
              <a:defRPr sz="2400" b="0">
                <a:solidFill>
                  <a:srgbClr val="F4F3EF"/>
                </a:solidFill>
              </a:defRPr>
            </a:lvl6pPr>
            <a:lvl7pPr>
              <a:defRPr sz="2400" b="0">
                <a:solidFill>
                  <a:srgbClr val="F4F3EF"/>
                </a:solidFill>
              </a:defRPr>
            </a:lvl7pPr>
            <a:lvl8pPr>
              <a:defRPr sz="2400" b="0">
                <a:solidFill>
                  <a:srgbClr val="F4F3EF"/>
                </a:solidFill>
              </a:defRPr>
            </a:lvl8pPr>
            <a:lvl9pPr>
              <a:defRPr sz="2400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Torneios com formato, vagas e inscrições.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Criação, edição e cancelamento de eventos.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Tópicos, comentários e reações para manter a conversa.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Contas com perfis e consulta administrativa restrita.</a:t>
            </a:r>
          </a:p>
        </p:txBody>
      </p:sp>
    </p:spTree>
    <p:extLst>
      <p:ext uri="{BB962C8B-B14F-4D97-AF65-F5344CB8AC3E}">
        <p14:creationId xmlns:p14="http://schemas.microsoft.com/office/powerpoint/2010/main" val="9456239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1A3F9-AEEA-4873-89C9-AEA302A7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D9BF79"/>
                </a:solidFill>
              </a:defRPr>
            </a:defPPr>
            <a:lvl1pPr>
              <a:defRPr sz="3450" b="1">
                <a:solidFill>
                  <a:srgbClr val="D9BF79"/>
                </a:solidFill>
              </a:defRPr>
            </a:lvl1pPr>
            <a:lvl2pPr>
              <a:defRPr sz="3450" b="1">
                <a:solidFill>
                  <a:srgbClr val="D9BF79"/>
                </a:solidFill>
              </a:defRPr>
            </a:lvl2pPr>
            <a:lvl3pPr>
              <a:defRPr sz="3450" b="1">
                <a:solidFill>
                  <a:srgbClr val="D9BF79"/>
                </a:solidFill>
              </a:defRPr>
            </a:lvl3pPr>
            <a:lvl4pPr>
              <a:defRPr sz="3450" b="1">
                <a:solidFill>
                  <a:srgbClr val="D9BF79"/>
                </a:solidFill>
              </a:defRPr>
            </a:lvl4pPr>
            <a:lvl5pPr>
              <a:defRPr sz="3450" b="1">
                <a:solidFill>
                  <a:srgbClr val="D9BF79"/>
                </a:solidFill>
              </a:defRPr>
            </a:lvl5pPr>
            <a:lvl6pPr>
              <a:defRPr sz="3450" b="1">
                <a:solidFill>
                  <a:srgbClr val="D9BF79"/>
                </a:solidFill>
              </a:defRPr>
            </a:lvl6pPr>
            <a:lvl7pPr>
              <a:defRPr sz="3450" b="1">
                <a:solidFill>
                  <a:srgbClr val="D9BF79"/>
                </a:solidFill>
              </a:defRPr>
            </a:lvl7pPr>
            <a:lvl8pPr>
              <a:defRPr sz="3450" b="1">
                <a:solidFill>
                  <a:srgbClr val="D9BF79"/>
                </a:solidFill>
              </a:defRPr>
            </a:lvl8pPr>
            <a:lvl9pPr>
              <a:defRPr sz="3450" b="1">
                <a:solidFill>
                  <a:srgbClr val="D9BF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D9BF79"/>
                </a:solidFill>
              </a:defRPr>
            </a:pPr>
            <a:r>
              <a:rPr sz="3450" b="1">
                <a:solidFill>
                  <a:srgbClr val="D9BF79"/>
                </a:solidFill>
              </a:rPr>
              <a:t>Próximas evoluções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11789-7286-4868-A843-8220C1D1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C1C9"/>
                </a:solidFill>
              </a:defRPr>
            </a:defPPr>
            <a:lvl1pPr>
              <a:defRPr sz="1950" b="0">
                <a:solidFill>
                  <a:srgbClr val="B7C1C9"/>
                </a:solidFill>
              </a:defRPr>
            </a:lvl1pPr>
            <a:lvl2pPr>
              <a:defRPr sz="1950" b="0">
                <a:solidFill>
                  <a:srgbClr val="B7C1C9"/>
                </a:solidFill>
              </a:defRPr>
            </a:lvl2pPr>
            <a:lvl3pPr>
              <a:defRPr sz="1950" b="0">
                <a:solidFill>
                  <a:srgbClr val="B7C1C9"/>
                </a:solidFill>
              </a:defRPr>
            </a:lvl3pPr>
            <a:lvl4pPr>
              <a:defRPr sz="1950" b="0">
                <a:solidFill>
                  <a:srgbClr val="B7C1C9"/>
                </a:solidFill>
              </a:defRPr>
            </a:lvl4pPr>
            <a:lvl5pPr>
              <a:defRPr sz="1950" b="0">
                <a:solidFill>
                  <a:srgbClr val="B7C1C9"/>
                </a:solidFill>
              </a:defRPr>
            </a:lvl5pPr>
            <a:lvl6pPr>
              <a:defRPr sz="1950" b="0">
                <a:solidFill>
                  <a:srgbClr val="B7C1C9"/>
                </a:solidFill>
              </a:defRPr>
            </a:lvl6pPr>
            <a:lvl7pPr>
              <a:defRPr sz="1950" b="0">
                <a:solidFill>
                  <a:srgbClr val="B7C1C9"/>
                </a:solidFill>
              </a:defRPr>
            </a:lvl7pPr>
            <a:lvl8pPr>
              <a:defRPr sz="1950" b="0">
                <a:solidFill>
                  <a:srgbClr val="B7C1C9"/>
                </a:solidFill>
              </a:defRPr>
            </a:lvl8pPr>
            <a:lvl9pPr>
              <a:defRPr sz="1950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1C9"/>
                </a:solidFill>
              </a:defRPr>
            </a:pPr>
            <a:r>
              <a:rPr sz="1950" b="0">
                <a:solidFill>
                  <a:srgbClr val="B7C1C9"/>
                </a:solidFill>
              </a:rPr>
              <a:t>PLANEJADAS, AINDA NÃO DISPONÍVEIS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D2875-FCF5-4182-A797-A45119FB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4F3EF"/>
                </a:solidFill>
              </a:defRPr>
            </a:defPPr>
            <a:lvl1pPr>
              <a:defRPr sz="2325" b="0">
                <a:solidFill>
                  <a:srgbClr val="F4F3EF"/>
                </a:solidFill>
              </a:defRPr>
            </a:lvl1pPr>
            <a:lvl2pPr>
              <a:defRPr sz="2325" b="0">
                <a:solidFill>
                  <a:srgbClr val="F4F3EF"/>
                </a:solidFill>
              </a:defRPr>
            </a:lvl2pPr>
            <a:lvl3pPr>
              <a:defRPr sz="2325" b="0">
                <a:solidFill>
                  <a:srgbClr val="F4F3EF"/>
                </a:solidFill>
              </a:defRPr>
            </a:lvl3pPr>
            <a:lvl4pPr>
              <a:defRPr sz="2325" b="0">
                <a:solidFill>
                  <a:srgbClr val="F4F3EF"/>
                </a:solidFill>
              </a:defRPr>
            </a:lvl4pPr>
            <a:lvl5pPr>
              <a:defRPr sz="2325" b="0">
                <a:solidFill>
                  <a:srgbClr val="F4F3EF"/>
                </a:solidFill>
              </a:defRPr>
            </a:lvl5pPr>
            <a:lvl6pPr>
              <a:defRPr sz="2325" b="0">
                <a:solidFill>
                  <a:srgbClr val="F4F3EF"/>
                </a:solidFill>
              </a:defRPr>
            </a:lvl6pPr>
            <a:lvl7pPr>
              <a:defRPr sz="2325" b="0">
                <a:solidFill>
                  <a:srgbClr val="F4F3EF"/>
                </a:solidFill>
              </a:defRPr>
            </a:lvl7pPr>
            <a:lvl8pPr>
              <a:defRPr sz="2325" b="0">
                <a:solidFill>
                  <a:srgbClr val="F4F3EF"/>
                </a:solidFill>
              </a:defRPr>
            </a:lvl8pPr>
            <a:lvl9pPr>
              <a:defRPr sz="2325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4F3EF"/>
                </a:solidFill>
              </a:defRPr>
            </a:pPr>
            <a:r>
              <a:rPr sz="2325" b="0">
                <a:solidFill>
                  <a:srgbClr val="F4F3EF"/>
                </a:solidFill>
              </a:rPr>
              <a:t>TORNEIOS</a:t>
            </a:r>
          </a:p>
          <a:p xmlns:a="http://schemas.openxmlformats.org/drawingml/2006/main">
            <a:pPr>
              <a:defRPr sz="2325" b="0">
                <a:solidFill>
                  <a:srgbClr val="F4F3EF"/>
                </a:solidFill>
              </a:defRPr>
            </a:pPr>
            <a:r>
              <a:rPr sz="2325" b="0">
                <a:solidFill>
                  <a:srgbClr val="F4F3EF"/>
                </a:solidFill>
              </a:rPr>
              <a:t>Pareamento, resultados e ranking.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7C27A-9FD2-47A8-A217-4E522CCE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4F3EF"/>
                </a:solidFill>
              </a:defRPr>
            </a:defPPr>
            <a:lvl1pPr>
              <a:defRPr sz="2325" b="0">
                <a:solidFill>
                  <a:srgbClr val="F4F3EF"/>
                </a:solidFill>
              </a:defRPr>
            </a:lvl1pPr>
            <a:lvl2pPr>
              <a:defRPr sz="2325" b="0">
                <a:solidFill>
                  <a:srgbClr val="F4F3EF"/>
                </a:solidFill>
              </a:defRPr>
            </a:lvl2pPr>
            <a:lvl3pPr>
              <a:defRPr sz="2325" b="0">
                <a:solidFill>
                  <a:srgbClr val="F4F3EF"/>
                </a:solidFill>
              </a:defRPr>
            </a:lvl3pPr>
            <a:lvl4pPr>
              <a:defRPr sz="2325" b="0">
                <a:solidFill>
                  <a:srgbClr val="F4F3EF"/>
                </a:solidFill>
              </a:defRPr>
            </a:lvl4pPr>
            <a:lvl5pPr>
              <a:defRPr sz="2325" b="0">
                <a:solidFill>
                  <a:srgbClr val="F4F3EF"/>
                </a:solidFill>
              </a:defRPr>
            </a:lvl5pPr>
            <a:lvl6pPr>
              <a:defRPr sz="2325" b="0">
                <a:solidFill>
                  <a:srgbClr val="F4F3EF"/>
                </a:solidFill>
              </a:defRPr>
            </a:lvl6pPr>
            <a:lvl7pPr>
              <a:defRPr sz="2325" b="0">
                <a:solidFill>
                  <a:srgbClr val="F4F3EF"/>
                </a:solidFill>
              </a:defRPr>
            </a:lvl7pPr>
            <a:lvl8pPr>
              <a:defRPr sz="2325" b="0">
                <a:solidFill>
                  <a:srgbClr val="F4F3EF"/>
                </a:solidFill>
              </a:defRPr>
            </a:lvl8pPr>
            <a:lvl9pPr>
              <a:defRPr sz="2325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4F3EF"/>
                </a:solidFill>
              </a:defRPr>
            </a:pPr>
            <a:r>
              <a:rPr sz="2325" b="0">
                <a:solidFill>
                  <a:srgbClr val="F4F3EF"/>
                </a:solidFill>
              </a:rPr>
              <a:t>COMUNICAÇÃO</a:t>
            </a:r>
          </a:p>
          <a:p xmlns:a="http://schemas.openxmlformats.org/drawingml/2006/main">
            <a:pPr>
              <a:defRPr sz="2325" b="0">
                <a:solidFill>
                  <a:srgbClr val="F4F3EF"/>
                </a:solidFill>
              </a:defRPr>
            </a:pPr>
            <a:r>
              <a:rPr sz="2325" b="0">
                <a:solidFill>
                  <a:srgbClr val="F4F3EF"/>
                </a:solidFill>
              </a:rPr>
              <a:t>Notificações e contato entre participantes.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13219-EF90-49A1-9242-DDB5B90F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4F3EF"/>
                </a:solidFill>
              </a:defRPr>
            </a:defPPr>
            <a:lvl1pPr>
              <a:defRPr sz="2325" b="0">
                <a:solidFill>
                  <a:srgbClr val="F4F3EF"/>
                </a:solidFill>
              </a:defRPr>
            </a:lvl1pPr>
            <a:lvl2pPr>
              <a:defRPr sz="2325" b="0">
                <a:solidFill>
                  <a:srgbClr val="F4F3EF"/>
                </a:solidFill>
              </a:defRPr>
            </a:lvl2pPr>
            <a:lvl3pPr>
              <a:defRPr sz="2325" b="0">
                <a:solidFill>
                  <a:srgbClr val="F4F3EF"/>
                </a:solidFill>
              </a:defRPr>
            </a:lvl3pPr>
            <a:lvl4pPr>
              <a:defRPr sz="2325" b="0">
                <a:solidFill>
                  <a:srgbClr val="F4F3EF"/>
                </a:solidFill>
              </a:defRPr>
            </a:lvl4pPr>
            <a:lvl5pPr>
              <a:defRPr sz="2325" b="0">
                <a:solidFill>
                  <a:srgbClr val="F4F3EF"/>
                </a:solidFill>
              </a:defRPr>
            </a:lvl5pPr>
            <a:lvl6pPr>
              <a:defRPr sz="2325" b="0">
                <a:solidFill>
                  <a:srgbClr val="F4F3EF"/>
                </a:solidFill>
              </a:defRPr>
            </a:lvl6pPr>
            <a:lvl7pPr>
              <a:defRPr sz="2325" b="0">
                <a:solidFill>
                  <a:srgbClr val="F4F3EF"/>
                </a:solidFill>
              </a:defRPr>
            </a:lvl7pPr>
            <a:lvl8pPr>
              <a:defRPr sz="2325" b="0">
                <a:solidFill>
                  <a:srgbClr val="F4F3EF"/>
                </a:solidFill>
              </a:defRPr>
            </a:lvl8pPr>
            <a:lvl9pPr>
              <a:defRPr sz="2325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4F3EF"/>
                </a:solidFill>
              </a:defRPr>
            </a:pPr>
            <a:r>
              <a:rPr sz="2325" b="0">
                <a:solidFill>
                  <a:srgbClr val="F4F3EF"/>
                </a:solidFill>
              </a:rPr>
              <a:t>COMÉRCIO</a:t>
            </a:r>
          </a:p>
          <a:p xmlns:a="http://schemas.openxmlformats.org/drawingml/2006/main">
            <a:pPr>
              <a:defRPr sz="2325" b="0">
                <a:solidFill>
                  <a:srgbClr val="F4F3EF"/>
                </a:solidFill>
              </a:defRPr>
            </a:pPr>
            <a:r>
              <a:rPr sz="2325" b="0">
                <a:solidFill>
                  <a:srgbClr val="F4F3EF"/>
                </a:solidFill>
              </a:rPr>
              <a:t>Pagamento, reserva e baixa automática.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94392-A068-4FD5-95A7-918403AA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4F3EF"/>
                </a:solidFill>
              </a:defRPr>
            </a:defPPr>
            <a:lvl1pPr>
              <a:defRPr sz="2325" b="0">
                <a:solidFill>
                  <a:srgbClr val="F4F3EF"/>
                </a:solidFill>
              </a:defRPr>
            </a:lvl1pPr>
            <a:lvl2pPr>
              <a:defRPr sz="2325" b="0">
                <a:solidFill>
                  <a:srgbClr val="F4F3EF"/>
                </a:solidFill>
              </a:defRPr>
            </a:lvl2pPr>
            <a:lvl3pPr>
              <a:defRPr sz="2325" b="0">
                <a:solidFill>
                  <a:srgbClr val="F4F3EF"/>
                </a:solidFill>
              </a:defRPr>
            </a:lvl3pPr>
            <a:lvl4pPr>
              <a:defRPr sz="2325" b="0">
                <a:solidFill>
                  <a:srgbClr val="F4F3EF"/>
                </a:solidFill>
              </a:defRPr>
            </a:lvl4pPr>
            <a:lvl5pPr>
              <a:defRPr sz="2325" b="0">
                <a:solidFill>
                  <a:srgbClr val="F4F3EF"/>
                </a:solidFill>
              </a:defRPr>
            </a:lvl5pPr>
            <a:lvl6pPr>
              <a:defRPr sz="2325" b="0">
                <a:solidFill>
                  <a:srgbClr val="F4F3EF"/>
                </a:solidFill>
              </a:defRPr>
            </a:lvl6pPr>
            <a:lvl7pPr>
              <a:defRPr sz="2325" b="0">
                <a:solidFill>
                  <a:srgbClr val="F4F3EF"/>
                </a:solidFill>
              </a:defRPr>
            </a:lvl7pPr>
            <a:lvl8pPr>
              <a:defRPr sz="2325" b="0">
                <a:solidFill>
                  <a:srgbClr val="F4F3EF"/>
                </a:solidFill>
              </a:defRPr>
            </a:lvl8pPr>
            <a:lvl9pPr>
              <a:defRPr sz="2325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4F3EF"/>
                </a:solidFill>
              </a:defRPr>
            </a:pPr>
            <a:r>
              <a:rPr sz="2325" b="0">
                <a:solidFill>
                  <a:srgbClr val="F4F3EF"/>
                </a:solidFill>
              </a:rPr>
              <a:t>MESA CONECTADA</a:t>
            </a:r>
          </a:p>
          <a:p xmlns:a="http://schemas.openxmlformats.org/drawingml/2006/main">
            <a:pPr>
              <a:defRPr sz="2325" b="0">
                <a:solidFill>
                  <a:srgbClr val="F4F3EF"/>
                </a:solidFill>
              </a:defRPr>
            </a:pPr>
            <a:r>
              <a:rPr sz="2325" b="0">
                <a:solidFill>
                  <a:srgbClr val="F4F3EF"/>
                </a:solidFill>
              </a:rPr>
              <a:t>Sincronização entre aparelhos.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C5EE1-789D-4B51-9870-2134B93C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7C1C9"/>
                </a:solidFill>
              </a:defRPr>
            </a:defPPr>
            <a:lvl1pPr>
              <a:defRPr sz="1725" b="0">
                <a:solidFill>
                  <a:srgbClr val="B7C1C9"/>
                </a:solidFill>
              </a:defRPr>
            </a:lvl1pPr>
            <a:lvl2pPr>
              <a:defRPr sz="1725" b="0">
                <a:solidFill>
                  <a:srgbClr val="B7C1C9"/>
                </a:solidFill>
              </a:defRPr>
            </a:lvl2pPr>
            <a:lvl3pPr>
              <a:defRPr sz="1725" b="0">
                <a:solidFill>
                  <a:srgbClr val="B7C1C9"/>
                </a:solidFill>
              </a:defRPr>
            </a:lvl3pPr>
            <a:lvl4pPr>
              <a:defRPr sz="1725" b="0">
                <a:solidFill>
                  <a:srgbClr val="B7C1C9"/>
                </a:solidFill>
              </a:defRPr>
            </a:lvl4pPr>
            <a:lvl5pPr>
              <a:defRPr sz="1725" b="0">
                <a:solidFill>
                  <a:srgbClr val="B7C1C9"/>
                </a:solidFill>
              </a:defRPr>
            </a:lvl5pPr>
            <a:lvl6pPr>
              <a:defRPr sz="1725" b="0">
                <a:solidFill>
                  <a:srgbClr val="B7C1C9"/>
                </a:solidFill>
              </a:defRPr>
            </a:lvl6pPr>
            <a:lvl7pPr>
              <a:defRPr sz="1725" b="0">
                <a:solidFill>
                  <a:srgbClr val="B7C1C9"/>
                </a:solidFill>
              </a:defRPr>
            </a:lvl7pPr>
            <a:lvl8pPr>
              <a:defRPr sz="1725" b="0">
                <a:solidFill>
                  <a:srgbClr val="B7C1C9"/>
                </a:solidFill>
              </a:defRPr>
            </a:lvl8pPr>
            <a:lvl9pPr>
              <a:defRPr sz="1725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7C1C9"/>
                </a:solidFill>
              </a:defRPr>
            </a:pPr>
            <a:r>
              <a:rPr sz="1725" b="0">
                <a:solidFill>
                  <a:srgbClr val="B7C1C9"/>
                </a:solidFill>
              </a:rPr>
              <a:t>Prioridades e prazos serão definidos após validar o uso com jogadores e lojas.</a:t>
            </a:r>
          </a:p>
        </p:txBody>
      </p:sp>
    </p:spTree>
    <p:extLst>
      <p:ext uri="{BB962C8B-B14F-4D97-AF65-F5344CB8AC3E}">
        <p14:creationId xmlns:p14="http://schemas.microsoft.com/office/powerpoint/2010/main" val="11131541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A7120-E4AF-4C62-9723-773B76E2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D9BF79"/>
                </a:solidFill>
              </a:defRPr>
            </a:defPPr>
            <a:lvl1pPr>
              <a:defRPr sz="3450" b="1">
                <a:solidFill>
                  <a:srgbClr val="D9BF79"/>
                </a:solidFill>
              </a:defRPr>
            </a:lvl1pPr>
            <a:lvl2pPr>
              <a:defRPr sz="3450" b="1">
                <a:solidFill>
                  <a:srgbClr val="D9BF79"/>
                </a:solidFill>
              </a:defRPr>
            </a:lvl2pPr>
            <a:lvl3pPr>
              <a:defRPr sz="3450" b="1">
                <a:solidFill>
                  <a:srgbClr val="D9BF79"/>
                </a:solidFill>
              </a:defRPr>
            </a:lvl3pPr>
            <a:lvl4pPr>
              <a:defRPr sz="3450" b="1">
                <a:solidFill>
                  <a:srgbClr val="D9BF79"/>
                </a:solidFill>
              </a:defRPr>
            </a:lvl4pPr>
            <a:lvl5pPr>
              <a:defRPr sz="3450" b="1">
                <a:solidFill>
                  <a:srgbClr val="D9BF79"/>
                </a:solidFill>
              </a:defRPr>
            </a:lvl5pPr>
            <a:lvl6pPr>
              <a:defRPr sz="3450" b="1">
                <a:solidFill>
                  <a:srgbClr val="D9BF79"/>
                </a:solidFill>
              </a:defRPr>
            </a:lvl6pPr>
            <a:lvl7pPr>
              <a:defRPr sz="3450" b="1">
                <a:solidFill>
                  <a:srgbClr val="D9BF79"/>
                </a:solidFill>
              </a:defRPr>
            </a:lvl7pPr>
            <a:lvl8pPr>
              <a:defRPr sz="3450" b="1">
                <a:solidFill>
                  <a:srgbClr val="D9BF79"/>
                </a:solidFill>
              </a:defRPr>
            </a:lvl8pPr>
            <a:lvl9pPr>
              <a:defRPr sz="3450" b="1">
                <a:solidFill>
                  <a:srgbClr val="D9BF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D9BF79"/>
                </a:solidFill>
              </a:defRPr>
            </a:pPr>
            <a:r>
              <a:rPr sz="3450" b="1">
                <a:solidFill>
                  <a:srgbClr val="D9BF79"/>
                </a:solidFill>
              </a:rPr>
              <a:t>Uma proposta para sua loja ou comunidade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179C9-E42B-466B-8515-9DE129C7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C1C9"/>
                </a:solidFill>
              </a:defRPr>
            </a:defPPr>
            <a:lvl1pPr>
              <a:defRPr sz="1950" b="0">
                <a:solidFill>
                  <a:srgbClr val="B7C1C9"/>
                </a:solidFill>
              </a:defRPr>
            </a:lvl1pPr>
            <a:lvl2pPr>
              <a:defRPr sz="1950" b="0">
                <a:solidFill>
                  <a:srgbClr val="B7C1C9"/>
                </a:solidFill>
              </a:defRPr>
            </a:lvl2pPr>
            <a:lvl3pPr>
              <a:defRPr sz="1950" b="0">
                <a:solidFill>
                  <a:srgbClr val="B7C1C9"/>
                </a:solidFill>
              </a:defRPr>
            </a:lvl3pPr>
            <a:lvl4pPr>
              <a:defRPr sz="1950" b="0">
                <a:solidFill>
                  <a:srgbClr val="B7C1C9"/>
                </a:solidFill>
              </a:defRPr>
            </a:lvl4pPr>
            <a:lvl5pPr>
              <a:defRPr sz="1950" b="0">
                <a:solidFill>
                  <a:srgbClr val="B7C1C9"/>
                </a:solidFill>
              </a:defRPr>
            </a:lvl5pPr>
            <a:lvl6pPr>
              <a:defRPr sz="1950" b="0">
                <a:solidFill>
                  <a:srgbClr val="B7C1C9"/>
                </a:solidFill>
              </a:defRPr>
            </a:lvl6pPr>
            <a:lvl7pPr>
              <a:defRPr sz="1950" b="0">
                <a:solidFill>
                  <a:srgbClr val="B7C1C9"/>
                </a:solidFill>
              </a:defRPr>
            </a:lvl7pPr>
            <a:lvl8pPr>
              <a:defRPr sz="1950" b="0">
                <a:solidFill>
                  <a:srgbClr val="B7C1C9"/>
                </a:solidFill>
              </a:defRPr>
            </a:lvl8pPr>
            <a:lvl9pPr>
              <a:defRPr sz="1950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1C9"/>
                </a:solidFill>
              </a:defRPr>
            </a:pPr>
            <a:r>
              <a:rPr sz="1950" b="0">
                <a:solidFill>
                  <a:srgbClr val="B7C1C9"/>
                </a:solidFill>
              </a:rPr>
              <a:t>Começar com uma demonstração do fluxo que você já usa.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40268-FBE4-4B43-B762-04A6B71C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4775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F3EF"/>
                </a:solidFill>
              </a:defRPr>
            </a:defPPr>
            <a:lvl1pPr>
              <a:defRPr sz="2400" b="0">
                <a:solidFill>
                  <a:srgbClr val="F4F3EF"/>
                </a:solidFill>
              </a:defRPr>
            </a:lvl1pPr>
            <a:lvl2pPr>
              <a:defRPr sz="2400" b="0">
                <a:solidFill>
                  <a:srgbClr val="F4F3EF"/>
                </a:solidFill>
              </a:defRPr>
            </a:lvl2pPr>
            <a:lvl3pPr>
              <a:defRPr sz="2400" b="0">
                <a:solidFill>
                  <a:srgbClr val="F4F3EF"/>
                </a:solidFill>
              </a:defRPr>
            </a:lvl3pPr>
            <a:lvl4pPr>
              <a:defRPr sz="2400" b="0">
                <a:solidFill>
                  <a:srgbClr val="F4F3EF"/>
                </a:solidFill>
              </a:defRPr>
            </a:lvl4pPr>
            <a:lvl5pPr>
              <a:defRPr sz="2400" b="0">
                <a:solidFill>
                  <a:srgbClr val="F4F3EF"/>
                </a:solidFill>
              </a:defRPr>
            </a:lvl5pPr>
            <a:lvl6pPr>
              <a:defRPr sz="2400" b="0">
                <a:solidFill>
                  <a:srgbClr val="F4F3EF"/>
                </a:solidFill>
              </a:defRPr>
            </a:lvl6pPr>
            <a:lvl7pPr>
              <a:defRPr sz="2400" b="0">
                <a:solidFill>
                  <a:srgbClr val="F4F3EF"/>
                </a:solidFill>
              </a:defRPr>
            </a:lvl7pPr>
            <a:lvl8pPr>
              <a:defRPr sz="2400" b="0">
                <a:solidFill>
                  <a:srgbClr val="F4F3EF"/>
                </a:solidFill>
              </a:defRPr>
            </a:lvl8pPr>
            <a:lvl9pPr>
              <a:defRPr sz="2400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Cadastrar cartas e acompanhar o estoque.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Divulgar um encontro e organizar inscrições.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Usar a mesa digital durante as partidas.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4F3EF"/>
                </a:solidFill>
              </a:defRPr>
            </a:pPr>
            <a:r>
              <a:rPr sz="2400" b="0">
                <a:solidFill>
                  <a:srgbClr val="F4F3EF"/>
                </a:solidFill>
              </a:rPr>
              <a:t>Avaliar a experiência e indicar o próximo recurso mais útil.</a:t>
            </a:r>
          </a:p>
        </p:txBody>
      </p:sp>
    </p:spTree>
    <p:extLst>
      <p:ext uri="{BB962C8B-B14F-4D97-AF65-F5344CB8AC3E}">
        <p14:creationId xmlns:p14="http://schemas.microsoft.com/office/powerpoint/2010/main" val="13285894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11815-1029-4925-805B-823D0567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D9BF79"/>
                </a:solidFill>
              </a:defRPr>
            </a:defPPr>
            <a:lvl1pPr>
              <a:defRPr sz="3450" b="1">
                <a:solidFill>
                  <a:srgbClr val="D9BF79"/>
                </a:solidFill>
              </a:defRPr>
            </a:lvl1pPr>
            <a:lvl2pPr>
              <a:defRPr sz="3450" b="1">
                <a:solidFill>
                  <a:srgbClr val="D9BF79"/>
                </a:solidFill>
              </a:defRPr>
            </a:lvl2pPr>
            <a:lvl3pPr>
              <a:defRPr sz="3450" b="1">
                <a:solidFill>
                  <a:srgbClr val="D9BF79"/>
                </a:solidFill>
              </a:defRPr>
            </a:lvl3pPr>
            <a:lvl4pPr>
              <a:defRPr sz="3450" b="1">
                <a:solidFill>
                  <a:srgbClr val="D9BF79"/>
                </a:solidFill>
              </a:defRPr>
            </a:lvl4pPr>
            <a:lvl5pPr>
              <a:defRPr sz="3450" b="1">
                <a:solidFill>
                  <a:srgbClr val="D9BF79"/>
                </a:solidFill>
              </a:defRPr>
            </a:lvl5pPr>
            <a:lvl6pPr>
              <a:defRPr sz="3450" b="1">
                <a:solidFill>
                  <a:srgbClr val="D9BF79"/>
                </a:solidFill>
              </a:defRPr>
            </a:lvl6pPr>
            <a:lvl7pPr>
              <a:defRPr sz="3450" b="1">
                <a:solidFill>
                  <a:srgbClr val="D9BF79"/>
                </a:solidFill>
              </a:defRPr>
            </a:lvl7pPr>
            <a:lvl8pPr>
              <a:defRPr sz="3450" b="1">
                <a:solidFill>
                  <a:srgbClr val="D9BF79"/>
                </a:solidFill>
              </a:defRPr>
            </a:lvl8pPr>
            <a:lvl9pPr>
              <a:defRPr sz="3450" b="1">
                <a:solidFill>
                  <a:srgbClr val="D9BF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D9BF79"/>
                </a:solidFill>
              </a:defRPr>
            </a:pPr>
            <a:r>
              <a:rPr sz="3450" b="1">
                <a:solidFill>
                  <a:srgbClr val="D9BF79"/>
                </a:solidFill>
              </a:rPr>
              <a:t>Conheça o Eldritch Arena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AB32A-5530-4A13-B4D8-387844F2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C1C9"/>
                </a:solidFill>
              </a:defRPr>
            </a:defPPr>
            <a:lvl1pPr>
              <a:defRPr sz="1950" b="0">
                <a:solidFill>
                  <a:srgbClr val="B7C1C9"/>
                </a:solidFill>
              </a:defRPr>
            </a:lvl1pPr>
            <a:lvl2pPr>
              <a:defRPr sz="1950" b="0">
                <a:solidFill>
                  <a:srgbClr val="B7C1C9"/>
                </a:solidFill>
              </a:defRPr>
            </a:lvl2pPr>
            <a:lvl3pPr>
              <a:defRPr sz="1950" b="0">
                <a:solidFill>
                  <a:srgbClr val="B7C1C9"/>
                </a:solidFill>
              </a:defRPr>
            </a:lvl3pPr>
            <a:lvl4pPr>
              <a:defRPr sz="1950" b="0">
                <a:solidFill>
                  <a:srgbClr val="B7C1C9"/>
                </a:solidFill>
              </a:defRPr>
            </a:lvl4pPr>
            <a:lvl5pPr>
              <a:defRPr sz="1950" b="0">
                <a:solidFill>
                  <a:srgbClr val="B7C1C9"/>
                </a:solidFill>
              </a:defRPr>
            </a:lvl5pPr>
            <a:lvl6pPr>
              <a:defRPr sz="1950" b="0">
                <a:solidFill>
                  <a:srgbClr val="B7C1C9"/>
                </a:solidFill>
              </a:defRPr>
            </a:lvl6pPr>
            <a:lvl7pPr>
              <a:defRPr sz="1950" b="0">
                <a:solidFill>
                  <a:srgbClr val="B7C1C9"/>
                </a:solidFill>
              </a:defRPr>
            </a:lvl7pPr>
            <a:lvl8pPr>
              <a:defRPr sz="1950" b="0">
                <a:solidFill>
                  <a:srgbClr val="B7C1C9"/>
                </a:solidFill>
              </a:defRPr>
            </a:lvl8pPr>
            <a:lvl9pPr>
              <a:defRPr sz="1950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1C9"/>
                </a:solidFill>
              </a:defRPr>
            </a:pPr>
            <a:r>
              <a:rPr sz="1950" b="0">
                <a:solidFill>
                  <a:srgbClr val="B7C1C9"/>
                </a:solidFill>
              </a:rPr>
              <a:t>Acesse a versão publicada e explore a plataforma.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31396-729A-4BA9-A97F-1D08039A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D9BF79"/>
                </a:solidFill>
              </a:defRPr>
            </a:defPPr>
            <a:lvl1pPr>
              <a:defRPr sz="3600" b="1">
                <a:solidFill>
                  <a:srgbClr val="D9BF79"/>
                </a:solidFill>
              </a:defRPr>
            </a:lvl1pPr>
            <a:lvl2pPr>
              <a:defRPr sz="3600" b="1">
                <a:solidFill>
                  <a:srgbClr val="D9BF79"/>
                </a:solidFill>
              </a:defRPr>
            </a:lvl2pPr>
            <a:lvl3pPr>
              <a:defRPr sz="3600" b="1">
                <a:solidFill>
                  <a:srgbClr val="D9BF79"/>
                </a:solidFill>
              </a:defRPr>
            </a:lvl3pPr>
            <a:lvl4pPr>
              <a:defRPr sz="3600" b="1">
                <a:solidFill>
                  <a:srgbClr val="D9BF79"/>
                </a:solidFill>
              </a:defRPr>
            </a:lvl4pPr>
            <a:lvl5pPr>
              <a:defRPr sz="3600" b="1">
                <a:solidFill>
                  <a:srgbClr val="D9BF79"/>
                </a:solidFill>
              </a:defRPr>
            </a:lvl5pPr>
            <a:lvl6pPr>
              <a:defRPr sz="3600" b="1">
                <a:solidFill>
                  <a:srgbClr val="D9BF79"/>
                </a:solidFill>
              </a:defRPr>
            </a:lvl6pPr>
            <a:lvl7pPr>
              <a:defRPr sz="3600" b="1">
                <a:solidFill>
                  <a:srgbClr val="D9BF79"/>
                </a:solidFill>
              </a:defRPr>
            </a:lvl7pPr>
            <a:lvl8pPr>
              <a:defRPr sz="3600" b="1">
                <a:solidFill>
                  <a:srgbClr val="D9BF79"/>
                </a:solidFill>
              </a:defRPr>
            </a:lvl8pPr>
            <a:lvl9pPr>
              <a:defRPr sz="3600" b="1">
                <a:solidFill>
                  <a:srgbClr val="D9BF79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D9BF79"/>
                </a:solidFill>
              </a:defRPr>
            </a:pPr>
            <a:r>
              <a:rPr sz="3600" b="1">
                <a:solidFill>
                  <a:srgbClr val="D9BF79"/>
                </a:solidFill>
              </a:rPr>
              <a:t>https://18.224.27.22.sslip.io/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EF376-B91C-42AF-A557-C09A51FE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F3EF"/>
                </a:solidFill>
              </a:defRPr>
            </a:defPPr>
            <a:lvl1pPr>
              <a:defRPr sz="2550" b="0">
                <a:solidFill>
                  <a:srgbClr val="F4F3EF"/>
                </a:solidFill>
              </a:defRPr>
            </a:lvl1pPr>
            <a:lvl2pPr>
              <a:defRPr sz="2550" b="0">
                <a:solidFill>
                  <a:srgbClr val="F4F3EF"/>
                </a:solidFill>
              </a:defRPr>
            </a:lvl2pPr>
            <a:lvl3pPr>
              <a:defRPr sz="2550" b="0">
                <a:solidFill>
                  <a:srgbClr val="F4F3EF"/>
                </a:solidFill>
              </a:defRPr>
            </a:lvl3pPr>
            <a:lvl4pPr>
              <a:defRPr sz="2550" b="0">
                <a:solidFill>
                  <a:srgbClr val="F4F3EF"/>
                </a:solidFill>
              </a:defRPr>
            </a:lvl4pPr>
            <a:lvl5pPr>
              <a:defRPr sz="2550" b="0">
                <a:solidFill>
                  <a:srgbClr val="F4F3EF"/>
                </a:solidFill>
              </a:defRPr>
            </a:lvl5pPr>
            <a:lvl6pPr>
              <a:defRPr sz="2550" b="0">
                <a:solidFill>
                  <a:srgbClr val="F4F3EF"/>
                </a:solidFill>
              </a:defRPr>
            </a:lvl6pPr>
            <a:lvl7pPr>
              <a:defRPr sz="2550" b="0">
                <a:solidFill>
                  <a:srgbClr val="F4F3EF"/>
                </a:solidFill>
              </a:defRPr>
            </a:lvl7pPr>
            <a:lvl8pPr>
              <a:defRPr sz="2550" b="0">
                <a:solidFill>
                  <a:srgbClr val="F4F3EF"/>
                </a:solidFill>
              </a:defRPr>
            </a:lvl8pPr>
            <a:lvl9pPr>
              <a:defRPr sz="2550" b="0">
                <a:solidFill>
                  <a:srgbClr val="F4F3EF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4F3EF"/>
                </a:solidFill>
              </a:defRPr>
            </a:pPr>
            <a:r>
              <a:rPr sz="2550" b="0">
                <a:solidFill>
                  <a:srgbClr val="F4F3EF"/>
                </a:solidFill>
              </a:rPr>
              <a:t>Experimente a mesa de jogo.</a:t>
            </a:r>
          </a:p>
          <a:p xmlns:a="http://schemas.openxmlformats.org/drawingml/2006/main">
            <a:pPr>
              <a:defRPr sz="2550" b="0">
                <a:solidFill>
                  <a:srgbClr val="F4F3EF"/>
                </a:solidFill>
              </a:defRPr>
            </a:pPr>
            <a:r>
              <a:rPr sz="2550" b="0">
                <a:solidFill>
                  <a:srgbClr val="F4F3EF"/>
                </a:solidFill>
              </a:rPr>
              <a:t>Crie sua conta para conhecer os outros módulos.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4DD91-5453-43F2-B229-12F7DAE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7C1C9"/>
                </a:solidFill>
              </a:defRPr>
            </a:defPPr>
            <a:lvl1pPr>
              <a:defRPr sz="1800" b="0">
                <a:solidFill>
                  <a:srgbClr val="B7C1C9"/>
                </a:solidFill>
              </a:defRPr>
            </a:lvl1pPr>
            <a:lvl2pPr>
              <a:defRPr sz="1800" b="0">
                <a:solidFill>
                  <a:srgbClr val="B7C1C9"/>
                </a:solidFill>
              </a:defRPr>
            </a:lvl2pPr>
            <a:lvl3pPr>
              <a:defRPr sz="1800" b="0">
                <a:solidFill>
                  <a:srgbClr val="B7C1C9"/>
                </a:solidFill>
              </a:defRPr>
            </a:lvl3pPr>
            <a:lvl4pPr>
              <a:defRPr sz="1800" b="0">
                <a:solidFill>
                  <a:srgbClr val="B7C1C9"/>
                </a:solidFill>
              </a:defRPr>
            </a:lvl4pPr>
            <a:lvl5pPr>
              <a:defRPr sz="1800" b="0">
                <a:solidFill>
                  <a:srgbClr val="B7C1C9"/>
                </a:solidFill>
              </a:defRPr>
            </a:lvl5pPr>
            <a:lvl6pPr>
              <a:defRPr sz="1800" b="0">
                <a:solidFill>
                  <a:srgbClr val="B7C1C9"/>
                </a:solidFill>
              </a:defRPr>
            </a:lvl6pPr>
            <a:lvl7pPr>
              <a:defRPr sz="1800" b="0">
                <a:solidFill>
                  <a:srgbClr val="B7C1C9"/>
                </a:solidFill>
              </a:defRPr>
            </a:lvl7pPr>
            <a:lvl8pPr>
              <a:defRPr sz="1800" b="0">
                <a:solidFill>
                  <a:srgbClr val="B7C1C9"/>
                </a:solidFill>
              </a:defRPr>
            </a:lvl8pPr>
            <a:lvl9pPr>
              <a:defRPr sz="1800" b="0">
                <a:solidFill>
                  <a:srgbClr val="B7C1C9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7C1C9"/>
                </a:solidFill>
              </a:defRPr>
            </a:pPr>
            <a:r>
              <a:rPr sz="1800" b="0">
                <a:solidFill>
                  <a:srgbClr val="B7C1C9"/>
                </a:solidFill>
              </a:rPr>
              <a:t>João Carlos Campos</a:t>
            </a:r>
          </a:p>
          <a:p xmlns:a="http://schemas.openxmlformats.org/drawingml/2006/main">
            <a:pPr>
              <a:defRPr sz="1800" b="0">
                <a:solidFill>
                  <a:srgbClr val="B7C1C9"/>
                </a:solidFill>
              </a:defRPr>
            </a:pPr>
            <a:r>
              <a:rPr sz="1800" b="0">
                <a:solidFill>
                  <a:srgbClr val="B7C1C9"/>
                </a:solidFill>
              </a:rPr>
              <a:t>Desenvolvedor do Eldritch Arena</a:t>
            </a:r>
          </a:p>
        </p:txBody>
      </p:sp>
    </p:spTree>
    <p:extLst>
      <p:ext uri="{BB962C8B-B14F-4D97-AF65-F5344CB8AC3E}">
        <p14:creationId xmlns:p14="http://schemas.microsoft.com/office/powerpoint/2010/main" val="653883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2026-10-20T23:38:34.6510000Z</dcterms:created>
  <dcterms:modified xsi:type="dcterms:W3CDTF">2026-10-20T23:38:34.6510000Z</dcterms:modified>
</coreProperties>
</file>